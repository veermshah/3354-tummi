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4"/>
    <p:sldMasterId id="214748370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Figtree"/>
      <p:regular r:id="rId23"/>
      <p:bold r:id="rId24"/>
      <p:italic r:id="rId25"/>
      <p:boldItalic r:id="rId26"/>
    </p:embeddedFont>
    <p:embeddedFont>
      <p:font typeface="Jost Light"/>
      <p:regular r:id="rId27"/>
      <p:bold r:id="rId28"/>
      <p:italic r:id="rId29"/>
      <p:boldItalic r:id="rId30"/>
    </p:embeddedFont>
    <p:embeddedFont>
      <p:font typeface="Figtree Light"/>
      <p:regular r:id="rId31"/>
      <p:bold r:id="rId32"/>
      <p:italic r:id="rId33"/>
      <p:boldItalic r:id="rId34"/>
    </p:embeddedFont>
    <p:embeddedFont>
      <p:font typeface="Jos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Figtree-bold.fntdata"/><Relationship Id="rId23" Type="http://schemas.openxmlformats.org/officeDocument/2006/relationships/font" Target="fonts/Figtre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Figtree-boldItalic.fntdata"/><Relationship Id="rId25" Type="http://schemas.openxmlformats.org/officeDocument/2006/relationships/font" Target="fonts/Figtree-italic.fntdata"/><Relationship Id="rId28" Type="http://schemas.openxmlformats.org/officeDocument/2006/relationships/font" Target="fonts/JostLight-bold.fntdata"/><Relationship Id="rId27" Type="http://schemas.openxmlformats.org/officeDocument/2006/relationships/font" Target="fonts/JostLigh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JostLight-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FigtreeLight-regular.fntdata"/><Relationship Id="rId30" Type="http://schemas.openxmlformats.org/officeDocument/2006/relationships/font" Target="fonts/JostLight-boldItalic.fntdata"/><Relationship Id="rId11" Type="http://schemas.openxmlformats.org/officeDocument/2006/relationships/slide" Target="slides/slide5.xml"/><Relationship Id="rId33" Type="http://schemas.openxmlformats.org/officeDocument/2006/relationships/font" Target="fonts/FigtreeLight-italic.fntdata"/><Relationship Id="rId10" Type="http://schemas.openxmlformats.org/officeDocument/2006/relationships/slide" Target="slides/slide4.xml"/><Relationship Id="rId32" Type="http://schemas.openxmlformats.org/officeDocument/2006/relationships/font" Target="fonts/FigtreeLight-bold.fntdata"/><Relationship Id="rId13" Type="http://schemas.openxmlformats.org/officeDocument/2006/relationships/slide" Target="slides/slide7.xml"/><Relationship Id="rId35" Type="http://schemas.openxmlformats.org/officeDocument/2006/relationships/font" Target="fonts/Jost-regular.fntdata"/><Relationship Id="rId12" Type="http://schemas.openxmlformats.org/officeDocument/2006/relationships/slide" Target="slides/slide6.xml"/><Relationship Id="rId34" Type="http://schemas.openxmlformats.org/officeDocument/2006/relationships/font" Target="fonts/FigtreeLight-boldItalic.fntdata"/><Relationship Id="rId15" Type="http://schemas.openxmlformats.org/officeDocument/2006/relationships/slide" Target="slides/slide9.xml"/><Relationship Id="rId37" Type="http://schemas.openxmlformats.org/officeDocument/2006/relationships/font" Target="fonts/Jost-italic.fntdata"/><Relationship Id="rId14" Type="http://schemas.openxmlformats.org/officeDocument/2006/relationships/slide" Target="slides/slide8.xml"/><Relationship Id="rId36" Type="http://schemas.openxmlformats.org/officeDocument/2006/relationships/font" Target="fonts/Jost-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Jost-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a8dd1cd870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a8dd1cd870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a8dd1cd870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3a8dd1cd870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a8dd1cd870_0_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a8dd1cd870_0_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a8e58c9b4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a8e58c9b4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a903c60c77_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a903c60c77_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a8e58c9b42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a8e58c9b42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a8dd1cd870_0_8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3a8dd1cd870_0_8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a8dd1cd870_0_8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3a8dd1cd870_0_8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a8dd1cd870_0_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a8dd1cd870_0_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a8dd1cd870_0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a8dd1cd870_0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a8dd1cd870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a8dd1cd870_0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683190da667e45b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683190da667e45b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a8dd1cd870_0_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a8dd1cd870_0_8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a8dd1cd870_0_8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a8dd1cd870_0_8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Jost"/>
                <a:ea typeface="Jost"/>
                <a:cs typeface="Jost"/>
                <a:sym typeface="Jost"/>
              </a:rPr>
              <a:t>Chaiyun: Design a Class Diagram to organize data for accounts, restaurants, and different food.</a:t>
            </a:r>
            <a:endParaRPr sz="1200">
              <a:solidFill>
                <a:schemeClr val="dk1"/>
              </a:solidFill>
              <a:latin typeface="Jost"/>
              <a:ea typeface="Jost"/>
              <a:cs typeface="Jost"/>
              <a:sym typeface="Jost"/>
            </a:endParaRPr>
          </a:p>
          <a:p>
            <a:pPr indent="-304800" lvl="0" marL="4572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Organizes the system into 4 clear components: user layer, recommendation engine, restaurant data, and location service.</a:t>
            </a:r>
            <a:endParaRPr sz="1200">
              <a:solidFill>
                <a:schemeClr val="dk1"/>
              </a:solidFill>
              <a:latin typeface="Jost"/>
              <a:ea typeface="Jost"/>
              <a:cs typeface="Jost"/>
              <a:sym typeface="Jost"/>
            </a:endParaRPr>
          </a:p>
          <a:p>
            <a:pPr indent="-304800" lvl="0" marL="4572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The user layer includes:</a:t>
            </a:r>
            <a:endParaRPr sz="1200">
              <a:solidFill>
                <a:schemeClr val="dk1"/>
              </a:solidFill>
              <a:latin typeface="Jost"/>
              <a:ea typeface="Jost"/>
              <a:cs typeface="Jost"/>
              <a:sym typeface="Jost"/>
            </a:endParaRPr>
          </a:p>
          <a:p>
            <a:pPr indent="-304800" lvl="1" marL="9144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Answering preference questions, receiving notifications, writing reviews</a:t>
            </a:r>
            <a:endParaRPr sz="1200">
              <a:solidFill>
                <a:schemeClr val="dk1"/>
              </a:solidFill>
              <a:latin typeface="Jost"/>
              <a:ea typeface="Jost"/>
              <a:cs typeface="Jost"/>
              <a:sym typeface="Jost"/>
            </a:endParaRPr>
          </a:p>
          <a:p>
            <a:pPr indent="-304800" lvl="0" marL="4572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The recommendation engine generates personalized food suggestions by analyzing user preferences, trends, and most recent activity</a:t>
            </a:r>
            <a:endParaRPr sz="1200">
              <a:solidFill>
                <a:schemeClr val="dk1"/>
              </a:solidFill>
              <a:latin typeface="Jost"/>
              <a:ea typeface="Jost"/>
              <a:cs typeface="Jost"/>
              <a:sym typeface="Jost"/>
            </a:endParaRPr>
          </a:p>
          <a:p>
            <a:pPr indent="-304800" lvl="0" marL="4572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Location service supports finding nearby restaurants and calculating distances for recommendations</a:t>
            </a:r>
            <a:endParaRPr sz="1200">
              <a:solidFill>
                <a:schemeClr val="dk1"/>
              </a:solidFill>
              <a:latin typeface="Jost"/>
              <a:ea typeface="Jost"/>
              <a:cs typeface="Jost"/>
              <a:sym typeface="Jost"/>
            </a:endParaRPr>
          </a:p>
          <a:p>
            <a:pPr indent="-304800" lvl="0" marL="457200" rtl="0" algn="l">
              <a:lnSpc>
                <a:spcPct val="115000"/>
              </a:lnSpc>
              <a:spcBef>
                <a:spcPts val="0"/>
              </a:spcBef>
              <a:spcAft>
                <a:spcPts val="0"/>
              </a:spcAft>
              <a:buClr>
                <a:schemeClr val="dk1"/>
              </a:buClr>
              <a:buSzPts val="1200"/>
              <a:buFont typeface="Jost"/>
              <a:buChar char="●"/>
            </a:pPr>
            <a:r>
              <a:rPr lang="en" sz="1200">
                <a:solidFill>
                  <a:schemeClr val="dk1"/>
                </a:solidFill>
                <a:latin typeface="Jost"/>
                <a:ea typeface="Jost"/>
                <a:cs typeface="Jost"/>
                <a:sym typeface="Jost"/>
              </a:rPr>
              <a:t>Relationships between classes illustrate how user preferences and reviews influence recommendations -&gt; while feedback and analytics improve future results</a:t>
            </a:r>
            <a:endParaRPr sz="1200">
              <a:solidFill>
                <a:schemeClr val="dk1"/>
              </a:solidFill>
              <a:latin typeface="Jost"/>
              <a:ea typeface="Jost"/>
              <a:cs typeface="Jost"/>
              <a:sym typeface="Jost"/>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a8dd1cd870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a8dd1cd870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a8dd1cd870_0_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a8dd1cd870_0_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55" name="Shape 55"/>
        <p:cNvGrpSpPr/>
        <p:nvPr/>
      </p:nvGrpSpPr>
      <p:grpSpPr>
        <a:xfrm>
          <a:off x="0" y="0"/>
          <a:ext cx="0" cy="0"/>
          <a:chOff x="0" y="0"/>
          <a:chExt cx="0" cy="0"/>
        </a:xfrm>
      </p:grpSpPr>
      <p:pic>
        <p:nvPicPr>
          <p:cNvPr id="56" name="Google Shape;56;p14"/>
          <p:cNvPicPr preferRelativeResize="0"/>
          <p:nvPr/>
        </p:nvPicPr>
        <p:blipFill>
          <a:blip r:embed="rId2">
            <a:alphaModFix/>
          </a:blip>
          <a:stretch>
            <a:fillRect/>
          </a:stretch>
        </p:blipFill>
        <p:spPr>
          <a:xfrm>
            <a:off x="0" y="0"/>
            <a:ext cx="9144003" cy="5143501"/>
          </a:xfrm>
          <a:prstGeom prst="rect">
            <a:avLst/>
          </a:prstGeom>
          <a:noFill/>
          <a:ln>
            <a:noFill/>
          </a:ln>
        </p:spPr>
      </p:pic>
      <p:sp>
        <p:nvSpPr>
          <p:cNvPr id="57" name="Google Shape;57;p14"/>
          <p:cNvSpPr txBox="1"/>
          <p:nvPr>
            <p:ph idx="1" type="subTitle"/>
          </p:nvPr>
        </p:nvSpPr>
        <p:spPr>
          <a:xfrm>
            <a:off x="228225" y="1298200"/>
            <a:ext cx="2712000" cy="174300"/>
          </a:xfrm>
          <a:prstGeom prst="rect">
            <a:avLst/>
          </a:prstGeom>
        </p:spPr>
        <p:txBody>
          <a:bodyPr anchorCtr="0" anchor="t" bIns="0" lIns="0" spcFirstLastPara="1" rIns="0" wrap="square" tIns="0">
            <a:sp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58" name="Google Shape;58;p14"/>
          <p:cNvSpPr txBox="1"/>
          <p:nvPr>
            <p:ph type="title"/>
          </p:nvPr>
        </p:nvSpPr>
        <p:spPr>
          <a:xfrm>
            <a:off x="228225" y="4579187"/>
            <a:ext cx="7310400" cy="405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59" name="Google Shape;59;p14"/>
          <p:cNvSpPr txBox="1"/>
          <p:nvPr>
            <p:ph idx="2" type="subTitle"/>
          </p:nvPr>
        </p:nvSpPr>
        <p:spPr>
          <a:xfrm>
            <a:off x="228225" y="2260925"/>
            <a:ext cx="5340300" cy="267000"/>
          </a:xfrm>
          <a:prstGeom prst="rect">
            <a:avLst/>
          </a:prstGeom>
        </p:spPr>
        <p:txBody>
          <a:bodyPr anchorCtr="0" anchor="t" bIns="0" lIns="0" spcFirstLastPara="1" rIns="0" wrap="square" tIns="0">
            <a:spAutoFit/>
          </a:bodyPr>
          <a:lstStyle>
            <a:lvl1pPr lvl="0">
              <a:spcBef>
                <a:spcPts val="0"/>
              </a:spcBef>
              <a:spcAft>
                <a:spcPts val="0"/>
              </a:spcAft>
              <a:buNone/>
              <a:defRPr sz="1200">
                <a:solidFill>
                  <a:schemeClr val="dk2"/>
                </a:solidFill>
              </a:defRPr>
            </a:lvl1pPr>
            <a:lvl2pPr lvl="1">
              <a:spcBef>
                <a:spcPts val="0"/>
              </a:spcBef>
              <a:spcAft>
                <a:spcPts val="0"/>
              </a:spcAft>
              <a:buNone/>
              <a:defRPr sz="1200">
                <a:solidFill>
                  <a:schemeClr val="dk2"/>
                </a:solidFill>
              </a:defRPr>
            </a:lvl2pPr>
            <a:lvl3pPr lvl="2">
              <a:spcBef>
                <a:spcPts val="0"/>
              </a:spcBef>
              <a:spcAft>
                <a:spcPts val="0"/>
              </a:spcAft>
              <a:buNone/>
              <a:defRPr sz="1200">
                <a:solidFill>
                  <a:schemeClr val="dk2"/>
                </a:solidFill>
              </a:defRPr>
            </a:lvl3pPr>
            <a:lvl4pPr lvl="3">
              <a:spcBef>
                <a:spcPts val="0"/>
              </a:spcBef>
              <a:spcAft>
                <a:spcPts val="0"/>
              </a:spcAft>
              <a:buNone/>
              <a:defRPr sz="1200">
                <a:solidFill>
                  <a:schemeClr val="dk2"/>
                </a:solidFill>
              </a:defRPr>
            </a:lvl4pPr>
            <a:lvl5pPr lvl="4">
              <a:spcBef>
                <a:spcPts val="0"/>
              </a:spcBef>
              <a:spcAft>
                <a:spcPts val="0"/>
              </a:spcAft>
              <a:buNone/>
              <a:defRPr sz="1200">
                <a:solidFill>
                  <a:schemeClr val="dk2"/>
                </a:solidFill>
              </a:defRPr>
            </a:lvl5pPr>
            <a:lvl6pPr lvl="5">
              <a:spcBef>
                <a:spcPts val="0"/>
              </a:spcBef>
              <a:spcAft>
                <a:spcPts val="0"/>
              </a:spcAft>
              <a:buNone/>
              <a:defRPr sz="1200">
                <a:solidFill>
                  <a:schemeClr val="dk2"/>
                </a:solidFill>
              </a:defRPr>
            </a:lvl6pPr>
            <a:lvl7pPr lvl="6">
              <a:spcBef>
                <a:spcPts val="0"/>
              </a:spcBef>
              <a:spcAft>
                <a:spcPts val="0"/>
              </a:spcAft>
              <a:buNone/>
              <a:defRPr sz="1200">
                <a:solidFill>
                  <a:schemeClr val="dk2"/>
                </a:solidFill>
              </a:defRPr>
            </a:lvl7pPr>
            <a:lvl8pPr lvl="7">
              <a:spcBef>
                <a:spcPts val="0"/>
              </a:spcBef>
              <a:spcAft>
                <a:spcPts val="0"/>
              </a:spcAft>
              <a:buNone/>
              <a:defRPr sz="1200">
                <a:solidFill>
                  <a:schemeClr val="dk2"/>
                </a:solidFill>
              </a:defRPr>
            </a:lvl8pPr>
            <a:lvl9pPr lvl="8">
              <a:spcBef>
                <a:spcPts val="0"/>
              </a:spcBef>
              <a:spcAft>
                <a:spcPts val="0"/>
              </a:spcAft>
              <a:buNone/>
              <a:defRPr sz="1200">
                <a:solidFill>
                  <a:schemeClr val="dk2"/>
                </a:solidFill>
              </a:defRPr>
            </a:lvl9pPr>
          </a:lstStyle>
          <a:p/>
        </p:txBody>
      </p:sp>
      <p:sp>
        <p:nvSpPr>
          <p:cNvPr id="60" name="Google Shape;60;p14"/>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lvl1pPr lvl="0">
              <a:lnSpc>
                <a:spcPct val="80000"/>
              </a:lnSpc>
              <a:spcBef>
                <a:spcPts val="0"/>
              </a:spcBef>
              <a:spcAft>
                <a:spcPts val="0"/>
              </a:spcAft>
              <a:buClr>
                <a:schemeClr val="dk1"/>
              </a:buClr>
              <a:buSzPts val="8000"/>
              <a:buFont typeface="Figtree"/>
              <a:buNone/>
              <a:defRPr sz="8000"/>
            </a:lvl1pPr>
            <a:lvl2pPr lvl="1">
              <a:spcBef>
                <a:spcPts val="0"/>
              </a:spcBef>
              <a:spcAft>
                <a:spcPts val="0"/>
              </a:spcAft>
              <a:buClr>
                <a:schemeClr val="dk1"/>
              </a:buClr>
              <a:buSzPts val="8000"/>
              <a:buNone/>
              <a:defRPr sz="8000">
                <a:solidFill>
                  <a:schemeClr val="dk1"/>
                </a:solidFill>
              </a:defRPr>
            </a:lvl2pPr>
            <a:lvl3pPr lvl="2">
              <a:spcBef>
                <a:spcPts val="0"/>
              </a:spcBef>
              <a:spcAft>
                <a:spcPts val="0"/>
              </a:spcAft>
              <a:buClr>
                <a:schemeClr val="dk1"/>
              </a:buClr>
              <a:buSzPts val="8000"/>
              <a:buNone/>
              <a:defRPr sz="8000">
                <a:solidFill>
                  <a:schemeClr val="dk1"/>
                </a:solidFill>
              </a:defRPr>
            </a:lvl3pPr>
            <a:lvl4pPr lvl="3">
              <a:spcBef>
                <a:spcPts val="0"/>
              </a:spcBef>
              <a:spcAft>
                <a:spcPts val="0"/>
              </a:spcAft>
              <a:buClr>
                <a:schemeClr val="dk1"/>
              </a:buClr>
              <a:buSzPts val="8000"/>
              <a:buNone/>
              <a:defRPr sz="8000">
                <a:solidFill>
                  <a:schemeClr val="dk1"/>
                </a:solidFill>
              </a:defRPr>
            </a:lvl4pPr>
            <a:lvl5pPr lvl="4">
              <a:spcBef>
                <a:spcPts val="0"/>
              </a:spcBef>
              <a:spcAft>
                <a:spcPts val="0"/>
              </a:spcAft>
              <a:buClr>
                <a:schemeClr val="dk1"/>
              </a:buClr>
              <a:buSzPts val="8000"/>
              <a:buNone/>
              <a:defRPr sz="8000">
                <a:solidFill>
                  <a:schemeClr val="dk1"/>
                </a:solidFill>
              </a:defRPr>
            </a:lvl5pPr>
            <a:lvl6pPr lvl="5">
              <a:spcBef>
                <a:spcPts val="0"/>
              </a:spcBef>
              <a:spcAft>
                <a:spcPts val="0"/>
              </a:spcAft>
              <a:buClr>
                <a:schemeClr val="dk1"/>
              </a:buClr>
              <a:buSzPts val="8000"/>
              <a:buNone/>
              <a:defRPr sz="8000">
                <a:solidFill>
                  <a:schemeClr val="dk1"/>
                </a:solidFill>
              </a:defRPr>
            </a:lvl6pPr>
            <a:lvl7pPr lvl="6">
              <a:spcBef>
                <a:spcPts val="0"/>
              </a:spcBef>
              <a:spcAft>
                <a:spcPts val="0"/>
              </a:spcAft>
              <a:buClr>
                <a:schemeClr val="dk1"/>
              </a:buClr>
              <a:buSzPts val="8000"/>
              <a:buNone/>
              <a:defRPr sz="8000">
                <a:solidFill>
                  <a:schemeClr val="dk1"/>
                </a:solidFill>
              </a:defRPr>
            </a:lvl7pPr>
            <a:lvl8pPr lvl="7">
              <a:spcBef>
                <a:spcPts val="0"/>
              </a:spcBef>
              <a:spcAft>
                <a:spcPts val="0"/>
              </a:spcAft>
              <a:buClr>
                <a:schemeClr val="dk1"/>
              </a:buClr>
              <a:buSzPts val="8000"/>
              <a:buNone/>
              <a:defRPr sz="8000">
                <a:solidFill>
                  <a:schemeClr val="dk1"/>
                </a:solidFill>
              </a:defRPr>
            </a:lvl8pPr>
            <a:lvl9pPr lvl="8">
              <a:spcBef>
                <a:spcPts val="0"/>
              </a:spcBef>
              <a:spcAft>
                <a:spcPts val="0"/>
              </a:spcAft>
              <a:buClr>
                <a:schemeClr val="dk1"/>
              </a:buClr>
              <a:buSzPts val="8000"/>
              <a:buNone/>
              <a:defRPr sz="8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61" name="Shape 61"/>
        <p:cNvGrpSpPr/>
        <p:nvPr/>
      </p:nvGrpSpPr>
      <p:grpSpPr>
        <a:xfrm>
          <a:off x="0" y="0"/>
          <a:ext cx="0" cy="0"/>
          <a:chOff x="0" y="0"/>
          <a:chExt cx="0" cy="0"/>
        </a:xfrm>
      </p:grpSpPr>
      <p:sp>
        <p:nvSpPr>
          <p:cNvPr id="62" name="Google Shape;62;p15"/>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3" name="Google Shape;63;p15"/>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64" name="Google Shape;64;p15"/>
          <p:cNvSpPr txBox="1"/>
          <p:nvPr>
            <p:ph type="title"/>
          </p:nvPr>
        </p:nvSpPr>
        <p:spPr>
          <a:xfrm>
            <a:off x="3809850" y="12695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5" name="Google Shape;65;p15"/>
          <p:cNvSpPr txBox="1"/>
          <p:nvPr>
            <p:ph idx="2" type="title"/>
          </p:nvPr>
        </p:nvSpPr>
        <p:spPr>
          <a:xfrm>
            <a:off x="3154650" y="349505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66" name="Google Shape;66;p15"/>
          <p:cNvSpPr txBox="1"/>
          <p:nvPr>
            <p:ph idx="3" type="title"/>
          </p:nvPr>
        </p:nvSpPr>
        <p:spPr>
          <a:xfrm>
            <a:off x="230075" y="58625"/>
            <a:ext cx="2500500" cy="172200"/>
          </a:xfrm>
          <a:prstGeom prst="rect">
            <a:avLst/>
          </a:prstGeom>
        </p:spPr>
        <p:txBody>
          <a:bodyPr anchorCtr="0" anchor="t" bIns="0" lIns="0" spcFirstLastPara="1" rIns="0" wrap="square" tIns="0">
            <a:noAutofit/>
          </a:bodyPr>
          <a:lstStyle>
            <a:lvl1pPr lvl="0">
              <a:spcBef>
                <a:spcPts val="0"/>
              </a:spcBef>
              <a:spcAft>
                <a:spcPts val="0"/>
              </a:spcAft>
              <a:buNone/>
              <a:defRPr sz="7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7" name="Google Shape;67;p15"/>
          <p:cNvSpPr txBox="1"/>
          <p:nvPr>
            <p:ph idx="4" type="title"/>
          </p:nvPr>
        </p:nvSpPr>
        <p:spPr>
          <a:xfrm>
            <a:off x="6414875" y="58625"/>
            <a:ext cx="2500500" cy="172200"/>
          </a:xfrm>
          <a:prstGeom prst="rect">
            <a:avLst/>
          </a:prstGeom>
        </p:spPr>
        <p:txBody>
          <a:bodyPr anchorCtr="0" anchor="t" bIns="0" lIns="0" spcFirstLastPara="1" rIns="0" wrap="square" tIns="0">
            <a:noAutofit/>
          </a:bodyPr>
          <a:lstStyle>
            <a:lvl1pPr lvl="0" algn="r">
              <a:spcBef>
                <a:spcPts val="0"/>
              </a:spcBef>
              <a:spcAft>
                <a:spcPts val="0"/>
              </a:spcAft>
              <a:buNone/>
              <a:defRPr sz="700"/>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8" name="Google Shape;68;p15"/>
          <p:cNvSpPr txBox="1"/>
          <p:nvPr>
            <p:ph idx="5" type="title"/>
          </p:nvPr>
        </p:nvSpPr>
        <p:spPr>
          <a:xfrm>
            <a:off x="3809850" y="17146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9" name="Google Shape;69;p15"/>
          <p:cNvSpPr txBox="1"/>
          <p:nvPr>
            <p:ph idx="6" type="title"/>
          </p:nvPr>
        </p:nvSpPr>
        <p:spPr>
          <a:xfrm>
            <a:off x="3809850" y="2159700"/>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0" name="Google Shape;70;p15"/>
          <p:cNvSpPr txBox="1"/>
          <p:nvPr>
            <p:ph idx="7" type="title"/>
          </p:nvPr>
        </p:nvSpPr>
        <p:spPr>
          <a:xfrm>
            <a:off x="3809850" y="259398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1" name="Google Shape;71;p15"/>
          <p:cNvSpPr txBox="1"/>
          <p:nvPr>
            <p:ph idx="8" type="title"/>
          </p:nvPr>
        </p:nvSpPr>
        <p:spPr>
          <a:xfrm>
            <a:off x="3809850" y="3036613"/>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2" name="Google Shape;72;p15"/>
          <p:cNvSpPr txBox="1"/>
          <p:nvPr>
            <p:ph idx="9" type="title"/>
          </p:nvPr>
        </p:nvSpPr>
        <p:spPr>
          <a:xfrm>
            <a:off x="3809850" y="3479238"/>
            <a:ext cx="2884500" cy="368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3" name="Google Shape;73;p15"/>
          <p:cNvSpPr txBox="1"/>
          <p:nvPr>
            <p:ph idx="13" type="title"/>
          </p:nvPr>
        </p:nvSpPr>
        <p:spPr>
          <a:xfrm>
            <a:off x="3154650" y="3049925"/>
            <a:ext cx="592800" cy="368100"/>
          </a:xfrm>
          <a:prstGeom prst="rect">
            <a:avLst/>
          </a:prstGeom>
        </p:spPr>
        <p:txBody>
          <a:bodyPr anchorCtr="0" anchor="ctr"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latin typeface="Figtree"/>
                <a:ea typeface="Figtree"/>
                <a:cs typeface="Figtree"/>
                <a:sym typeface="Figtree"/>
              </a:defRPr>
            </a:lvl2pPr>
            <a:lvl3pPr lvl="2">
              <a:spcBef>
                <a:spcPts val="0"/>
              </a:spcBef>
              <a:spcAft>
                <a:spcPts val="0"/>
              </a:spcAft>
              <a:buClr>
                <a:schemeClr val="dk1"/>
              </a:buClr>
              <a:buSzPts val="2400"/>
              <a:buFont typeface="Figtree"/>
              <a:buNone/>
              <a:defRPr sz="2400">
                <a:latin typeface="Figtree"/>
                <a:ea typeface="Figtree"/>
                <a:cs typeface="Figtree"/>
                <a:sym typeface="Figtree"/>
              </a:defRPr>
            </a:lvl3pPr>
            <a:lvl4pPr lvl="3">
              <a:spcBef>
                <a:spcPts val="0"/>
              </a:spcBef>
              <a:spcAft>
                <a:spcPts val="0"/>
              </a:spcAft>
              <a:buClr>
                <a:schemeClr val="dk1"/>
              </a:buClr>
              <a:buSzPts val="2400"/>
              <a:buFont typeface="Figtree"/>
              <a:buNone/>
              <a:defRPr sz="2400">
                <a:latin typeface="Figtree"/>
                <a:ea typeface="Figtree"/>
                <a:cs typeface="Figtree"/>
                <a:sym typeface="Figtree"/>
              </a:defRPr>
            </a:lvl4pPr>
            <a:lvl5pPr lvl="4">
              <a:spcBef>
                <a:spcPts val="0"/>
              </a:spcBef>
              <a:spcAft>
                <a:spcPts val="0"/>
              </a:spcAft>
              <a:buClr>
                <a:schemeClr val="dk1"/>
              </a:buClr>
              <a:buSzPts val="2400"/>
              <a:buFont typeface="Figtree"/>
              <a:buNone/>
              <a:defRPr sz="2400">
                <a:latin typeface="Figtree"/>
                <a:ea typeface="Figtree"/>
                <a:cs typeface="Figtree"/>
                <a:sym typeface="Figtree"/>
              </a:defRPr>
            </a:lvl5pPr>
            <a:lvl6pPr lvl="5">
              <a:spcBef>
                <a:spcPts val="0"/>
              </a:spcBef>
              <a:spcAft>
                <a:spcPts val="0"/>
              </a:spcAft>
              <a:buClr>
                <a:schemeClr val="dk1"/>
              </a:buClr>
              <a:buSzPts val="2400"/>
              <a:buFont typeface="Figtree"/>
              <a:buNone/>
              <a:defRPr sz="2400">
                <a:latin typeface="Figtree"/>
                <a:ea typeface="Figtree"/>
                <a:cs typeface="Figtree"/>
                <a:sym typeface="Figtree"/>
              </a:defRPr>
            </a:lvl6pPr>
            <a:lvl7pPr lvl="6">
              <a:spcBef>
                <a:spcPts val="0"/>
              </a:spcBef>
              <a:spcAft>
                <a:spcPts val="0"/>
              </a:spcAft>
              <a:buClr>
                <a:schemeClr val="dk1"/>
              </a:buClr>
              <a:buSzPts val="2400"/>
              <a:buFont typeface="Figtree"/>
              <a:buNone/>
              <a:defRPr sz="2400">
                <a:latin typeface="Figtree"/>
                <a:ea typeface="Figtree"/>
                <a:cs typeface="Figtree"/>
                <a:sym typeface="Figtree"/>
              </a:defRPr>
            </a:lvl7pPr>
            <a:lvl8pPr lvl="7">
              <a:spcBef>
                <a:spcPts val="0"/>
              </a:spcBef>
              <a:spcAft>
                <a:spcPts val="0"/>
              </a:spcAft>
              <a:buClr>
                <a:schemeClr val="dk1"/>
              </a:buClr>
              <a:buSzPts val="2400"/>
              <a:buFont typeface="Figtree"/>
              <a:buNone/>
              <a:defRPr sz="2400">
                <a:latin typeface="Figtree"/>
                <a:ea typeface="Figtree"/>
                <a:cs typeface="Figtree"/>
                <a:sym typeface="Figtree"/>
              </a:defRPr>
            </a:lvl8pPr>
            <a:lvl9pPr lvl="8">
              <a:spcBef>
                <a:spcPts val="0"/>
              </a:spcBef>
              <a:spcAft>
                <a:spcPts val="0"/>
              </a:spcAft>
              <a:buClr>
                <a:schemeClr val="dk1"/>
              </a:buClr>
              <a:buSzPts val="2400"/>
              <a:buFont typeface="Figtree"/>
              <a:buNone/>
              <a:defRPr sz="2400">
                <a:latin typeface="Figtree"/>
                <a:ea typeface="Figtree"/>
                <a:cs typeface="Figtree"/>
                <a:sym typeface="Figtree"/>
              </a:defRPr>
            </a:lvl9pPr>
          </a:lstStyle>
          <a:p/>
        </p:txBody>
      </p:sp>
      <p:sp>
        <p:nvSpPr>
          <p:cNvPr id="74" name="Google Shape;74;p15"/>
          <p:cNvSpPr txBox="1"/>
          <p:nvPr>
            <p:ph idx="14" type="title"/>
          </p:nvPr>
        </p:nvSpPr>
        <p:spPr>
          <a:xfrm>
            <a:off x="3154650" y="2604813"/>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5" name="Google Shape;75;p15"/>
          <p:cNvSpPr txBox="1"/>
          <p:nvPr>
            <p:ph idx="15" type="title"/>
          </p:nvPr>
        </p:nvSpPr>
        <p:spPr>
          <a:xfrm>
            <a:off x="3154650" y="2159700"/>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6" name="Google Shape;76;p15"/>
          <p:cNvSpPr txBox="1"/>
          <p:nvPr>
            <p:ph idx="16" type="title"/>
          </p:nvPr>
        </p:nvSpPr>
        <p:spPr>
          <a:xfrm>
            <a:off x="3154650" y="17145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7" name="Google Shape;77;p15"/>
          <p:cNvSpPr txBox="1"/>
          <p:nvPr>
            <p:ph idx="17" type="title"/>
          </p:nvPr>
        </p:nvSpPr>
        <p:spPr>
          <a:xfrm>
            <a:off x="3154650" y="1269488"/>
            <a:ext cx="592800" cy="368100"/>
          </a:xfrm>
          <a:prstGeom prst="rect">
            <a:avLst/>
          </a:prstGeom>
        </p:spPr>
        <p:txBody>
          <a:bodyPr anchorCtr="0" anchor="t" bIns="91425" lIns="0" spcFirstLastPara="1" rIns="91425" wrap="square" tIns="0">
            <a:noAutofit/>
          </a:bodyPr>
          <a:lstStyle>
            <a:lvl1pPr lvl="0">
              <a:spcBef>
                <a:spcPts val="0"/>
              </a:spcBef>
              <a:spcAft>
                <a:spcPts val="0"/>
              </a:spcAft>
              <a:buClr>
                <a:schemeClr val="dk1"/>
              </a:buClr>
              <a:buSzPts val="2400"/>
              <a:buFont typeface="Figtree"/>
              <a:buNone/>
              <a:defRPr sz="2400"/>
            </a:lvl1pPr>
            <a:lvl2pPr lvl="1">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78" name="Google Shape;78;p15"/>
          <p:cNvSpPr txBox="1"/>
          <p:nvPr>
            <p:ph idx="18" type="title"/>
          </p:nvPr>
        </p:nvSpPr>
        <p:spPr>
          <a:xfrm>
            <a:off x="228600" y="457200"/>
            <a:ext cx="5762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79" name="Shape 79"/>
        <p:cNvGrpSpPr/>
        <p:nvPr/>
      </p:nvGrpSpPr>
      <p:grpSpPr>
        <a:xfrm>
          <a:off x="0" y="0"/>
          <a:ext cx="0" cy="0"/>
          <a:chOff x="0" y="0"/>
          <a:chExt cx="0" cy="0"/>
        </a:xfrm>
      </p:grpSpPr>
      <p:sp>
        <p:nvSpPr>
          <p:cNvPr id="80" name="Google Shape;80;p16"/>
          <p:cNvSpPr/>
          <p:nvPr>
            <p:ph idx="2" type="pic"/>
          </p:nvPr>
        </p:nvSpPr>
        <p:spPr>
          <a:xfrm>
            <a:off x="0" y="-9000"/>
            <a:ext cx="3054300" cy="3252900"/>
          </a:xfrm>
          <a:prstGeom prst="rect">
            <a:avLst/>
          </a:prstGeom>
          <a:noFill/>
          <a:ln>
            <a:noFill/>
          </a:ln>
        </p:spPr>
      </p:sp>
      <p:sp>
        <p:nvSpPr>
          <p:cNvPr id="81" name="Google Shape;81;p16"/>
          <p:cNvSpPr/>
          <p:nvPr>
            <p:ph idx="3" type="pic"/>
          </p:nvPr>
        </p:nvSpPr>
        <p:spPr>
          <a:xfrm>
            <a:off x="3044117" y="-9000"/>
            <a:ext cx="3054300" cy="3252900"/>
          </a:xfrm>
          <a:prstGeom prst="rect">
            <a:avLst/>
          </a:prstGeom>
          <a:noFill/>
          <a:ln>
            <a:noFill/>
          </a:ln>
        </p:spPr>
      </p:sp>
      <p:sp>
        <p:nvSpPr>
          <p:cNvPr id="82" name="Google Shape;82;p16"/>
          <p:cNvSpPr/>
          <p:nvPr>
            <p:ph idx="4" type="pic"/>
          </p:nvPr>
        </p:nvSpPr>
        <p:spPr>
          <a:xfrm>
            <a:off x="6088233" y="-9000"/>
            <a:ext cx="3054300" cy="3252900"/>
          </a:xfrm>
          <a:prstGeom prst="rect">
            <a:avLst/>
          </a:prstGeom>
          <a:noFill/>
          <a:ln>
            <a:noFill/>
          </a:ln>
        </p:spPr>
      </p:sp>
      <p:sp>
        <p:nvSpPr>
          <p:cNvPr id="83" name="Google Shape;83;p16"/>
          <p:cNvSpPr txBox="1"/>
          <p:nvPr>
            <p:ph type="title"/>
          </p:nvPr>
        </p:nvSpPr>
        <p:spPr>
          <a:xfrm>
            <a:off x="228675"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4" name="Google Shape;84;p16"/>
          <p:cNvSpPr txBox="1"/>
          <p:nvPr>
            <p:ph idx="5" type="title"/>
          </p:nvPr>
        </p:nvSpPr>
        <p:spPr>
          <a:xfrm>
            <a:off x="228675"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5" name="Google Shape;85;p16"/>
          <p:cNvSpPr txBox="1"/>
          <p:nvPr>
            <p:ph idx="1" type="body"/>
          </p:nvPr>
        </p:nvSpPr>
        <p:spPr>
          <a:xfrm>
            <a:off x="228675"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86" name="Google Shape;86;p16"/>
          <p:cNvSpPr txBox="1"/>
          <p:nvPr>
            <p:ph idx="6" type="title"/>
          </p:nvPr>
        </p:nvSpPr>
        <p:spPr>
          <a:xfrm>
            <a:off x="3235367"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latin typeface="Figtree"/>
                <a:ea typeface="Figtree"/>
                <a:cs typeface="Figtree"/>
                <a:sym typeface="Figtree"/>
              </a:defRPr>
            </a:lvl2pPr>
            <a:lvl3pPr lvl="2">
              <a:spcBef>
                <a:spcPts val="0"/>
              </a:spcBef>
              <a:spcAft>
                <a:spcPts val="0"/>
              </a:spcAft>
              <a:buClr>
                <a:schemeClr val="dk1"/>
              </a:buClr>
              <a:buSzPts val="1200"/>
              <a:buFont typeface="Figtree"/>
              <a:buNone/>
              <a:defRPr sz="1200">
                <a:latin typeface="Figtree"/>
                <a:ea typeface="Figtree"/>
                <a:cs typeface="Figtree"/>
                <a:sym typeface="Figtree"/>
              </a:defRPr>
            </a:lvl3pPr>
            <a:lvl4pPr lvl="3">
              <a:spcBef>
                <a:spcPts val="0"/>
              </a:spcBef>
              <a:spcAft>
                <a:spcPts val="0"/>
              </a:spcAft>
              <a:buClr>
                <a:schemeClr val="dk1"/>
              </a:buClr>
              <a:buSzPts val="1200"/>
              <a:buFont typeface="Figtree"/>
              <a:buNone/>
              <a:defRPr sz="1200">
                <a:latin typeface="Figtree"/>
                <a:ea typeface="Figtree"/>
                <a:cs typeface="Figtree"/>
                <a:sym typeface="Figtree"/>
              </a:defRPr>
            </a:lvl4pPr>
            <a:lvl5pPr lvl="4">
              <a:spcBef>
                <a:spcPts val="0"/>
              </a:spcBef>
              <a:spcAft>
                <a:spcPts val="0"/>
              </a:spcAft>
              <a:buClr>
                <a:schemeClr val="dk1"/>
              </a:buClr>
              <a:buSzPts val="1200"/>
              <a:buFont typeface="Figtree"/>
              <a:buNone/>
              <a:defRPr sz="1200">
                <a:latin typeface="Figtree"/>
                <a:ea typeface="Figtree"/>
                <a:cs typeface="Figtree"/>
                <a:sym typeface="Figtree"/>
              </a:defRPr>
            </a:lvl5pPr>
            <a:lvl6pPr lvl="5">
              <a:spcBef>
                <a:spcPts val="0"/>
              </a:spcBef>
              <a:spcAft>
                <a:spcPts val="0"/>
              </a:spcAft>
              <a:buClr>
                <a:schemeClr val="dk1"/>
              </a:buClr>
              <a:buSzPts val="1200"/>
              <a:buFont typeface="Figtree"/>
              <a:buNone/>
              <a:defRPr sz="1200">
                <a:latin typeface="Figtree"/>
                <a:ea typeface="Figtree"/>
                <a:cs typeface="Figtree"/>
                <a:sym typeface="Figtree"/>
              </a:defRPr>
            </a:lvl6pPr>
            <a:lvl7pPr lvl="6">
              <a:spcBef>
                <a:spcPts val="0"/>
              </a:spcBef>
              <a:spcAft>
                <a:spcPts val="0"/>
              </a:spcAft>
              <a:buClr>
                <a:schemeClr val="dk1"/>
              </a:buClr>
              <a:buSzPts val="1200"/>
              <a:buFont typeface="Figtree"/>
              <a:buNone/>
              <a:defRPr sz="1200">
                <a:latin typeface="Figtree"/>
                <a:ea typeface="Figtree"/>
                <a:cs typeface="Figtree"/>
                <a:sym typeface="Figtree"/>
              </a:defRPr>
            </a:lvl7pPr>
            <a:lvl8pPr lvl="7">
              <a:spcBef>
                <a:spcPts val="0"/>
              </a:spcBef>
              <a:spcAft>
                <a:spcPts val="0"/>
              </a:spcAft>
              <a:buClr>
                <a:schemeClr val="dk1"/>
              </a:buClr>
              <a:buSzPts val="1200"/>
              <a:buFont typeface="Figtree"/>
              <a:buNone/>
              <a:defRPr sz="1200">
                <a:latin typeface="Figtree"/>
                <a:ea typeface="Figtree"/>
                <a:cs typeface="Figtree"/>
                <a:sym typeface="Figtree"/>
              </a:defRPr>
            </a:lvl8pPr>
            <a:lvl9pPr lvl="8">
              <a:spcBef>
                <a:spcPts val="0"/>
              </a:spcBef>
              <a:spcAft>
                <a:spcPts val="0"/>
              </a:spcAft>
              <a:buClr>
                <a:schemeClr val="dk1"/>
              </a:buClr>
              <a:buSzPts val="1200"/>
              <a:buFont typeface="Figtree"/>
              <a:buNone/>
              <a:defRPr sz="1200">
                <a:latin typeface="Figtree"/>
                <a:ea typeface="Figtree"/>
                <a:cs typeface="Figtree"/>
                <a:sym typeface="Figtree"/>
              </a:defRPr>
            </a:lvl9pPr>
          </a:lstStyle>
          <a:p/>
        </p:txBody>
      </p:sp>
      <p:sp>
        <p:nvSpPr>
          <p:cNvPr id="87" name="Google Shape;87;p16"/>
          <p:cNvSpPr txBox="1"/>
          <p:nvPr>
            <p:ph idx="7" type="title"/>
          </p:nvPr>
        </p:nvSpPr>
        <p:spPr>
          <a:xfrm>
            <a:off x="3235367"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8" name="Google Shape;88;p16"/>
          <p:cNvSpPr txBox="1"/>
          <p:nvPr>
            <p:ph idx="8" type="body"/>
          </p:nvPr>
        </p:nvSpPr>
        <p:spPr>
          <a:xfrm>
            <a:off x="3241214"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89" name="Google Shape;89;p16"/>
          <p:cNvSpPr txBox="1"/>
          <p:nvPr>
            <p:ph idx="9" type="title"/>
          </p:nvPr>
        </p:nvSpPr>
        <p:spPr>
          <a:xfrm>
            <a:off x="6279483" y="33378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0" name="Google Shape;90;p16"/>
          <p:cNvSpPr txBox="1"/>
          <p:nvPr>
            <p:ph idx="13" type="title"/>
          </p:nvPr>
        </p:nvSpPr>
        <p:spPr>
          <a:xfrm>
            <a:off x="6279483" y="3551100"/>
            <a:ext cx="2671800" cy="2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Figtree"/>
              <a:buNone/>
              <a:defRPr sz="12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1" name="Google Shape;91;p16"/>
          <p:cNvSpPr txBox="1"/>
          <p:nvPr>
            <p:ph idx="14" type="body"/>
          </p:nvPr>
        </p:nvSpPr>
        <p:spPr>
          <a:xfrm>
            <a:off x="6285328" y="4256750"/>
            <a:ext cx="2660100" cy="426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92" name="Shape 92"/>
        <p:cNvGrpSpPr/>
        <p:nvPr/>
      </p:nvGrpSpPr>
      <p:grpSpPr>
        <a:xfrm>
          <a:off x="0" y="0"/>
          <a:ext cx="0" cy="0"/>
          <a:chOff x="0" y="0"/>
          <a:chExt cx="0" cy="0"/>
        </a:xfrm>
      </p:grpSpPr>
      <p:sp>
        <p:nvSpPr>
          <p:cNvPr id="93" name="Google Shape;93;p17"/>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94" name="Google Shape;94;p1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5" name="Google Shape;95;p1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96" name="Google Shape;96;p17"/>
          <p:cNvSpPr txBox="1"/>
          <p:nvPr>
            <p:ph idx="3" type="title"/>
          </p:nvPr>
        </p:nvSpPr>
        <p:spPr>
          <a:xfrm>
            <a:off x="228600" y="457200"/>
            <a:ext cx="62823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97" name="Google Shape;97;p17"/>
          <p:cNvSpPr txBox="1"/>
          <p:nvPr>
            <p:ph idx="4" type="title"/>
          </p:nvPr>
        </p:nvSpPr>
        <p:spPr>
          <a:xfrm>
            <a:off x="33987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98" name="Google Shape;98;p17"/>
          <p:cNvSpPr txBox="1"/>
          <p:nvPr>
            <p:ph idx="5" type="title"/>
          </p:nvPr>
        </p:nvSpPr>
        <p:spPr>
          <a:xfrm>
            <a:off x="33987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99" name="Google Shape;99;p17"/>
          <p:cNvSpPr txBox="1"/>
          <p:nvPr>
            <p:ph idx="6" type="title"/>
          </p:nvPr>
        </p:nvSpPr>
        <p:spPr>
          <a:xfrm>
            <a:off x="1807977"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0" name="Google Shape;100;p17"/>
          <p:cNvSpPr txBox="1"/>
          <p:nvPr>
            <p:ph idx="7" type="title"/>
          </p:nvPr>
        </p:nvSpPr>
        <p:spPr>
          <a:xfrm>
            <a:off x="1807977"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SzPts val="1200"/>
              <a:buFont typeface="Jost"/>
              <a:buNone/>
              <a:defRPr sz="1200">
                <a:latin typeface="Jost"/>
                <a:ea typeface="Jost"/>
                <a:cs typeface="Jost"/>
                <a:sym typeface="Jost"/>
              </a:defRPr>
            </a:lvl2pPr>
            <a:lvl3pPr lvl="2">
              <a:spcBef>
                <a:spcPts val="0"/>
              </a:spcBef>
              <a:spcAft>
                <a:spcPts val="0"/>
              </a:spcAft>
              <a:buSzPts val="1200"/>
              <a:buFont typeface="Jost"/>
              <a:buNone/>
              <a:defRPr sz="1200">
                <a:latin typeface="Jost"/>
                <a:ea typeface="Jost"/>
                <a:cs typeface="Jost"/>
                <a:sym typeface="Jost"/>
              </a:defRPr>
            </a:lvl3pPr>
            <a:lvl4pPr lvl="3">
              <a:spcBef>
                <a:spcPts val="0"/>
              </a:spcBef>
              <a:spcAft>
                <a:spcPts val="0"/>
              </a:spcAft>
              <a:buSzPts val="1200"/>
              <a:buFont typeface="Jost"/>
              <a:buNone/>
              <a:defRPr sz="1200">
                <a:latin typeface="Jost"/>
                <a:ea typeface="Jost"/>
                <a:cs typeface="Jost"/>
                <a:sym typeface="Jost"/>
              </a:defRPr>
            </a:lvl4pPr>
            <a:lvl5pPr lvl="4">
              <a:spcBef>
                <a:spcPts val="0"/>
              </a:spcBef>
              <a:spcAft>
                <a:spcPts val="0"/>
              </a:spcAft>
              <a:buSzPts val="1200"/>
              <a:buFont typeface="Jost"/>
              <a:buNone/>
              <a:defRPr sz="1200">
                <a:latin typeface="Jost"/>
                <a:ea typeface="Jost"/>
                <a:cs typeface="Jost"/>
                <a:sym typeface="Jost"/>
              </a:defRPr>
            </a:lvl5pPr>
            <a:lvl6pPr lvl="5">
              <a:spcBef>
                <a:spcPts val="0"/>
              </a:spcBef>
              <a:spcAft>
                <a:spcPts val="0"/>
              </a:spcAft>
              <a:buSzPts val="1200"/>
              <a:buFont typeface="Jost"/>
              <a:buNone/>
              <a:defRPr sz="1200">
                <a:latin typeface="Jost"/>
                <a:ea typeface="Jost"/>
                <a:cs typeface="Jost"/>
                <a:sym typeface="Jost"/>
              </a:defRPr>
            </a:lvl6pPr>
            <a:lvl7pPr lvl="6">
              <a:spcBef>
                <a:spcPts val="0"/>
              </a:spcBef>
              <a:spcAft>
                <a:spcPts val="0"/>
              </a:spcAft>
              <a:buSzPts val="1200"/>
              <a:buFont typeface="Jost"/>
              <a:buNone/>
              <a:defRPr sz="1200">
                <a:latin typeface="Jost"/>
                <a:ea typeface="Jost"/>
                <a:cs typeface="Jost"/>
                <a:sym typeface="Jost"/>
              </a:defRPr>
            </a:lvl7pPr>
            <a:lvl8pPr lvl="7">
              <a:spcBef>
                <a:spcPts val="0"/>
              </a:spcBef>
              <a:spcAft>
                <a:spcPts val="0"/>
              </a:spcAft>
              <a:buSzPts val="1200"/>
              <a:buFont typeface="Jost"/>
              <a:buNone/>
              <a:defRPr sz="1200">
                <a:latin typeface="Jost"/>
                <a:ea typeface="Jost"/>
                <a:cs typeface="Jost"/>
                <a:sym typeface="Jost"/>
              </a:defRPr>
            </a:lvl8pPr>
            <a:lvl9pPr lvl="8">
              <a:spcBef>
                <a:spcPts val="0"/>
              </a:spcBef>
              <a:spcAft>
                <a:spcPts val="0"/>
              </a:spcAft>
              <a:buSzPts val="1200"/>
              <a:buFont typeface="Jost"/>
              <a:buNone/>
              <a:defRPr sz="1200">
                <a:latin typeface="Jost"/>
                <a:ea typeface="Jost"/>
                <a:cs typeface="Jost"/>
                <a:sym typeface="Jost"/>
              </a:defRPr>
            </a:lvl9pPr>
          </a:lstStyle>
          <a:p/>
        </p:txBody>
      </p:sp>
      <p:sp>
        <p:nvSpPr>
          <p:cNvPr id="101" name="Google Shape;101;p17"/>
          <p:cNvSpPr txBox="1"/>
          <p:nvPr>
            <p:ph idx="8" type="title"/>
          </p:nvPr>
        </p:nvSpPr>
        <p:spPr>
          <a:xfrm>
            <a:off x="3275545"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2" name="Google Shape;102;p17"/>
          <p:cNvSpPr txBox="1"/>
          <p:nvPr>
            <p:ph idx="9" type="title"/>
          </p:nvPr>
        </p:nvSpPr>
        <p:spPr>
          <a:xfrm>
            <a:off x="3275545"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3" name="Google Shape;103;p17"/>
          <p:cNvSpPr txBox="1"/>
          <p:nvPr>
            <p:ph idx="13" type="title"/>
          </p:nvPr>
        </p:nvSpPr>
        <p:spPr>
          <a:xfrm>
            <a:off x="4743373"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4" name="Google Shape;104;p17"/>
          <p:cNvSpPr txBox="1"/>
          <p:nvPr>
            <p:ph idx="14" type="title"/>
          </p:nvPr>
        </p:nvSpPr>
        <p:spPr>
          <a:xfrm>
            <a:off x="4743373"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5" name="Google Shape;105;p17"/>
          <p:cNvSpPr txBox="1"/>
          <p:nvPr>
            <p:ph idx="15" type="title"/>
          </p:nvPr>
        </p:nvSpPr>
        <p:spPr>
          <a:xfrm>
            <a:off x="6205996"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6" name="Google Shape;106;p17"/>
          <p:cNvSpPr txBox="1"/>
          <p:nvPr>
            <p:ph idx="16" type="title"/>
          </p:nvPr>
        </p:nvSpPr>
        <p:spPr>
          <a:xfrm>
            <a:off x="6205996"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7" name="Google Shape;107;p17"/>
          <p:cNvSpPr txBox="1"/>
          <p:nvPr>
            <p:ph idx="17" type="title"/>
          </p:nvPr>
        </p:nvSpPr>
        <p:spPr>
          <a:xfrm>
            <a:off x="7683660" y="3589925"/>
            <a:ext cx="1225200" cy="172200"/>
          </a:xfrm>
          <a:prstGeom prst="rect">
            <a:avLst/>
          </a:prstGeom>
        </p:spPr>
        <p:txBody>
          <a:bodyPr anchorCtr="0" anchor="t" bIns="91425" lIns="0" spcFirstLastPara="1" rIns="91425" wrap="square" tIns="0">
            <a:noAutofit/>
          </a:bodyPr>
          <a:lstStyle>
            <a:lvl1pPr lvl="0">
              <a:spcBef>
                <a:spcPts val="0"/>
              </a:spcBef>
              <a:spcAft>
                <a:spcPts val="0"/>
              </a:spcAft>
              <a:buNone/>
              <a:defRPr sz="1000"/>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108" name="Google Shape;108;p17"/>
          <p:cNvSpPr txBox="1"/>
          <p:nvPr>
            <p:ph idx="18" type="title"/>
          </p:nvPr>
        </p:nvSpPr>
        <p:spPr>
          <a:xfrm>
            <a:off x="7683660" y="4026125"/>
            <a:ext cx="1225200" cy="207600"/>
          </a:xfrm>
          <a:prstGeom prst="rect">
            <a:avLst/>
          </a:prstGeom>
        </p:spPr>
        <p:txBody>
          <a:bodyPr anchorCtr="0" anchor="t" bIns="91425" lIns="0" spcFirstLastPara="1" rIns="91425" wrap="square" tIns="0">
            <a:noAutofit/>
          </a:bodyPr>
          <a:lstStyle>
            <a:lvl1pPr lvl="0">
              <a:spcBef>
                <a:spcPts val="0"/>
              </a:spcBef>
              <a:spcAft>
                <a:spcPts val="0"/>
              </a:spcAft>
              <a:buNone/>
              <a:defRPr sz="900">
                <a:latin typeface="Jost"/>
                <a:ea typeface="Jost"/>
                <a:cs typeface="Jost"/>
                <a:sym typeface="Jost"/>
              </a:defRPr>
            </a:lvl1pPr>
            <a:lvl2pPr lvl="1">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109" name="Google Shape;109;p17"/>
          <p:cNvSpPr/>
          <p:nvPr>
            <p:ph idx="19" type="pic"/>
          </p:nvPr>
        </p:nvSpPr>
        <p:spPr>
          <a:xfrm>
            <a:off x="1726022" y="1991825"/>
            <a:ext cx="1288500" cy="1363800"/>
          </a:xfrm>
          <a:prstGeom prst="roundRect">
            <a:avLst>
              <a:gd fmla="val 6764" name="adj"/>
            </a:avLst>
          </a:prstGeom>
          <a:noFill/>
          <a:ln>
            <a:noFill/>
          </a:ln>
        </p:spPr>
      </p:sp>
      <p:sp>
        <p:nvSpPr>
          <p:cNvPr id="110" name="Google Shape;110;p17"/>
          <p:cNvSpPr/>
          <p:nvPr>
            <p:ph idx="20" type="pic"/>
          </p:nvPr>
        </p:nvSpPr>
        <p:spPr>
          <a:xfrm>
            <a:off x="3194345" y="1991825"/>
            <a:ext cx="1288500" cy="1363800"/>
          </a:xfrm>
          <a:prstGeom prst="roundRect">
            <a:avLst>
              <a:gd fmla="val 6764" name="adj"/>
            </a:avLst>
          </a:prstGeom>
          <a:noFill/>
          <a:ln>
            <a:noFill/>
          </a:ln>
        </p:spPr>
      </p:sp>
      <p:sp>
        <p:nvSpPr>
          <p:cNvPr id="111" name="Google Shape;111;p17"/>
          <p:cNvSpPr/>
          <p:nvPr>
            <p:ph idx="21" type="pic"/>
          </p:nvPr>
        </p:nvSpPr>
        <p:spPr>
          <a:xfrm>
            <a:off x="4662668" y="1991825"/>
            <a:ext cx="1288500" cy="1363800"/>
          </a:xfrm>
          <a:prstGeom prst="roundRect">
            <a:avLst>
              <a:gd fmla="val 6764" name="adj"/>
            </a:avLst>
          </a:prstGeom>
          <a:noFill/>
          <a:ln>
            <a:noFill/>
          </a:ln>
        </p:spPr>
      </p:sp>
      <p:sp>
        <p:nvSpPr>
          <p:cNvPr id="112" name="Google Shape;112;p17"/>
          <p:cNvSpPr/>
          <p:nvPr>
            <p:ph idx="22" type="pic"/>
          </p:nvPr>
        </p:nvSpPr>
        <p:spPr>
          <a:xfrm>
            <a:off x="6130990" y="1991825"/>
            <a:ext cx="1288500" cy="1363800"/>
          </a:xfrm>
          <a:prstGeom prst="roundRect">
            <a:avLst>
              <a:gd fmla="val 6764" name="adj"/>
            </a:avLst>
          </a:prstGeom>
          <a:noFill/>
          <a:ln>
            <a:noFill/>
          </a:ln>
        </p:spPr>
      </p:sp>
      <p:sp>
        <p:nvSpPr>
          <p:cNvPr id="113" name="Google Shape;113;p17"/>
          <p:cNvSpPr/>
          <p:nvPr>
            <p:ph idx="23" type="pic"/>
          </p:nvPr>
        </p:nvSpPr>
        <p:spPr>
          <a:xfrm>
            <a:off x="7599313" y="1991825"/>
            <a:ext cx="1288500" cy="1363800"/>
          </a:xfrm>
          <a:prstGeom prst="roundRect">
            <a:avLst>
              <a:gd fmla="val 6764" name="adj"/>
            </a:avLst>
          </a:prstGeom>
          <a:noFill/>
          <a:ln>
            <a:noFill/>
          </a:ln>
        </p:spPr>
      </p:sp>
      <p:sp>
        <p:nvSpPr>
          <p:cNvPr id="114" name="Google Shape;114;p17"/>
          <p:cNvSpPr/>
          <p:nvPr>
            <p:ph idx="24" type="pic"/>
          </p:nvPr>
        </p:nvSpPr>
        <p:spPr>
          <a:xfrm>
            <a:off x="257700" y="1991825"/>
            <a:ext cx="1288500" cy="1363800"/>
          </a:xfrm>
          <a:prstGeom prst="roundRect">
            <a:avLst>
              <a:gd fmla="val 6764"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115" name="Shape 115"/>
        <p:cNvGrpSpPr/>
        <p:nvPr/>
      </p:nvGrpSpPr>
      <p:grpSpPr>
        <a:xfrm>
          <a:off x="0" y="0"/>
          <a:ext cx="0" cy="0"/>
          <a:chOff x="0" y="0"/>
          <a:chExt cx="0" cy="0"/>
        </a:xfrm>
      </p:grpSpPr>
      <p:sp>
        <p:nvSpPr>
          <p:cNvPr id="116" name="Google Shape;116;p1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7" name="Google Shape;117;p1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18" name="Google Shape;118;p18"/>
          <p:cNvSpPr txBox="1"/>
          <p:nvPr>
            <p:ph idx="3" type="title"/>
          </p:nvPr>
        </p:nvSpPr>
        <p:spPr>
          <a:xfrm>
            <a:off x="228600" y="457200"/>
            <a:ext cx="4296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119" name="Shape 119"/>
        <p:cNvGrpSpPr/>
        <p:nvPr/>
      </p:nvGrpSpPr>
      <p:grpSpPr>
        <a:xfrm>
          <a:off x="0" y="0"/>
          <a:ext cx="0" cy="0"/>
          <a:chOff x="0" y="0"/>
          <a:chExt cx="0" cy="0"/>
        </a:xfrm>
      </p:grpSpPr>
      <p:sp>
        <p:nvSpPr>
          <p:cNvPr id="120" name="Google Shape;120;p19"/>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1" name="Google Shape;121;p1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22" name="Google Shape;122;p19"/>
          <p:cNvSpPr txBox="1"/>
          <p:nvPr>
            <p:ph idx="2"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pic>
        <p:nvPicPr>
          <p:cNvPr descr="Free Images : landscape, nature, horizon, mountain, sky, night ..." id="123" name="Google Shape;123;p19"/>
          <p:cNvPicPr preferRelativeResize="0"/>
          <p:nvPr/>
        </p:nvPicPr>
        <p:blipFill rotWithShape="1">
          <a:blip r:embed="rId2">
            <a:alphaModFix/>
          </a:blip>
          <a:srcRect b="0" l="23232" r="29975" t="0"/>
          <a:stretch/>
        </p:blipFill>
        <p:spPr>
          <a:xfrm>
            <a:off x="7541887" y="0"/>
            <a:ext cx="1604076" cy="5143501"/>
          </a:xfrm>
          <a:prstGeom prst="rect">
            <a:avLst/>
          </a:prstGeom>
          <a:noFill/>
          <a:ln>
            <a:noFill/>
          </a:ln>
        </p:spPr>
      </p:pic>
      <p:sp>
        <p:nvSpPr>
          <p:cNvPr id="124" name="Google Shape;124;p19"/>
          <p:cNvSpPr txBox="1"/>
          <p:nvPr>
            <p:ph idx="1" type="subTitle"/>
          </p:nvPr>
        </p:nvSpPr>
        <p:spPr>
          <a:xfrm>
            <a:off x="228950" y="1419750"/>
            <a:ext cx="5154900" cy="22881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spcBef>
                <a:spcPts val="0"/>
              </a:spcBef>
              <a:spcAft>
                <a:spcPts val="0"/>
              </a:spcAft>
              <a:buNone/>
              <a:defRPr sz="3600"/>
            </a:lvl2pPr>
            <a:lvl3pPr lvl="2">
              <a:spcBef>
                <a:spcPts val="0"/>
              </a:spcBef>
              <a:spcAft>
                <a:spcPts val="0"/>
              </a:spcAft>
              <a:buNone/>
              <a:defRPr sz="3600"/>
            </a:lvl3pPr>
            <a:lvl4pPr lvl="3">
              <a:spcBef>
                <a:spcPts val="0"/>
              </a:spcBef>
              <a:spcAft>
                <a:spcPts val="0"/>
              </a:spcAft>
              <a:buNone/>
              <a:defRPr sz="3600"/>
            </a:lvl4pPr>
            <a:lvl5pPr lvl="4">
              <a:spcBef>
                <a:spcPts val="0"/>
              </a:spcBef>
              <a:spcAft>
                <a:spcPts val="0"/>
              </a:spcAft>
              <a:buNone/>
              <a:defRPr sz="3600"/>
            </a:lvl5pPr>
            <a:lvl6pPr lvl="5">
              <a:spcBef>
                <a:spcPts val="0"/>
              </a:spcBef>
              <a:spcAft>
                <a:spcPts val="0"/>
              </a:spcAft>
              <a:buNone/>
              <a:defRPr sz="3600"/>
            </a:lvl6pPr>
            <a:lvl7pPr lvl="6">
              <a:spcBef>
                <a:spcPts val="0"/>
              </a:spcBef>
              <a:spcAft>
                <a:spcPts val="0"/>
              </a:spcAft>
              <a:buNone/>
              <a:defRPr sz="3600"/>
            </a:lvl7pPr>
            <a:lvl8pPr lvl="7">
              <a:spcBef>
                <a:spcPts val="0"/>
              </a:spcBef>
              <a:spcAft>
                <a:spcPts val="0"/>
              </a:spcAft>
              <a:buNone/>
              <a:defRPr sz="3600"/>
            </a:lvl8pPr>
            <a:lvl9pPr lvl="8">
              <a:spcBef>
                <a:spcPts val="0"/>
              </a:spcBef>
              <a:spcAft>
                <a:spcPts val="0"/>
              </a:spcAft>
              <a:buNone/>
              <a:defRPr sz="3600"/>
            </a:lvl9pPr>
          </a:lstStyle>
          <a:p/>
        </p:txBody>
      </p:sp>
      <p:sp>
        <p:nvSpPr>
          <p:cNvPr id="125" name="Google Shape;125;p19"/>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126" name="Shape 126"/>
        <p:cNvGrpSpPr/>
        <p:nvPr/>
      </p:nvGrpSpPr>
      <p:grpSpPr>
        <a:xfrm>
          <a:off x="0" y="0"/>
          <a:ext cx="0" cy="0"/>
          <a:chOff x="0" y="0"/>
          <a:chExt cx="0" cy="0"/>
        </a:xfrm>
      </p:grpSpPr>
      <p:sp>
        <p:nvSpPr>
          <p:cNvPr id="127" name="Google Shape;127;p20"/>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8" name="Google Shape;128;p20"/>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29" name="Google Shape;129;p20"/>
          <p:cNvSpPr txBox="1"/>
          <p:nvPr/>
        </p:nvSpPr>
        <p:spPr>
          <a:xfrm>
            <a:off x="4102943" y="10423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130" name="Google Shape;130;p2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31" name="Google Shape;131;p2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32" name="Google Shape;132;p20"/>
          <p:cNvSpPr txBox="1"/>
          <p:nvPr>
            <p:ph idx="3" type="title"/>
          </p:nvPr>
        </p:nvSpPr>
        <p:spPr>
          <a:xfrm>
            <a:off x="228600" y="457200"/>
            <a:ext cx="29259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33" name="Google Shape;133;p20"/>
          <p:cNvSpPr txBox="1"/>
          <p:nvPr>
            <p:ph idx="1" type="subTitle"/>
          </p:nvPr>
        </p:nvSpPr>
        <p:spPr>
          <a:xfrm>
            <a:off x="4102950" y="1631400"/>
            <a:ext cx="40890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34" name="Google Shape;134;p20"/>
          <p:cNvSpPr txBox="1"/>
          <p:nvPr>
            <p:ph idx="4" type="subTitle"/>
          </p:nvPr>
        </p:nvSpPr>
        <p:spPr>
          <a:xfrm>
            <a:off x="228600" y="39677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35" name="Google Shape;135;p20"/>
          <p:cNvSpPr/>
          <p:nvPr>
            <p:ph idx="5" type="pic"/>
          </p:nvPr>
        </p:nvSpPr>
        <p:spPr>
          <a:xfrm>
            <a:off x="228800" y="1707600"/>
            <a:ext cx="1951200" cy="20685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136" name="Shape 136"/>
        <p:cNvGrpSpPr/>
        <p:nvPr/>
      </p:nvGrpSpPr>
      <p:grpSpPr>
        <a:xfrm>
          <a:off x="0" y="0"/>
          <a:ext cx="0" cy="0"/>
          <a:chOff x="0" y="0"/>
          <a:chExt cx="0" cy="0"/>
        </a:xfrm>
      </p:grpSpPr>
      <p:sp>
        <p:nvSpPr>
          <p:cNvPr id="137" name="Google Shape;137;p21"/>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8" name="Google Shape;138;p21"/>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39" name="Google Shape;139;p21"/>
          <p:cNvSpPr/>
          <p:nvPr>
            <p:ph idx="2" type="pic"/>
          </p:nvPr>
        </p:nvSpPr>
        <p:spPr>
          <a:xfrm>
            <a:off x="0" y="-9000"/>
            <a:ext cx="3054300" cy="3252900"/>
          </a:xfrm>
          <a:prstGeom prst="rect">
            <a:avLst/>
          </a:prstGeom>
          <a:noFill/>
          <a:ln>
            <a:noFill/>
          </a:ln>
        </p:spPr>
      </p:sp>
      <p:sp>
        <p:nvSpPr>
          <p:cNvPr id="140" name="Google Shape;140;p21"/>
          <p:cNvSpPr txBox="1"/>
          <p:nvPr/>
        </p:nvSpPr>
        <p:spPr>
          <a:xfrm>
            <a:off x="3455693" y="228206"/>
            <a:ext cx="558600" cy="36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200">
                <a:solidFill>
                  <a:schemeClr val="dk1"/>
                </a:solidFill>
                <a:latin typeface="Figtree"/>
                <a:ea typeface="Figtree"/>
                <a:cs typeface="Figtree"/>
                <a:sym typeface="Figtree"/>
              </a:rPr>
              <a:t>“</a:t>
            </a:r>
            <a:endParaRPr b="1" sz="7200">
              <a:solidFill>
                <a:schemeClr val="dk1"/>
              </a:solidFill>
              <a:latin typeface="Figtree"/>
              <a:ea typeface="Figtree"/>
              <a:cs typeface="Figtree"/>
              <a:sym typeface="Figtree"/>
            </a:endParaRPr>
          </a:p>
        </p:txBody>
      </p:sp>
      <p:sp>
        <p:nvSpPr>
          <p:cNvPr id="141" name="Google Shape;141;p2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2" name="Google Shape;142;p21"/>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43" name="Google Shape;143;p21"/>
          <p:cNvSpPr txBox="1"/>
          <p:nvPr>
            <p:ph idx="4" type="title"/>
          </p:nvPr>
        </p:nvSpPr>
        <p:spPr>
          <a:xfrm>
            <a:off x="228600" y="3429000"/>
            <a:ext cx="3432600" cy="2811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4" name="Google Shape;144;p21"/>
          <p:cNvSpPr txBox="1"/>
          <p:nvPr>
            <p:ph idx="1" type="subTitle"/>
          </p:nvPr>
        </p:nvSpPr>
        <p:spPr>
          <a:xfrm>
            <a:off x="3455700" y="817300"/>
            <a:ext cx="4959300" cy="22881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spcBef>
                <a:spcPts val="0"/>
              </a:spcBef>
              <a:spcAft>
                <a:spcPts val="0"/>
              </a:spcAft>
              <a:buNone/>
              <a:defRPr sz="2400"/>
            </a:lvl2pPr>
            <a:lvl3pPr lvl="2">
              <a:spcBef>
                <a:spcPts val="0"/>
              </a:spcBef>
              <a:spcAft>
                <a:spcPts val="0"/>
              </a:spcAft>
              <a:buNone/>
              <a:defRPr sz="2400"/>
            </a:lvl3pPr>
            <a:lvl4pPr lvl="3">
              <a:spcBef>
                <a:spcPts val="0"/>
              </a:spcBef>
              <a:spcAft>
                <a:spcPts val="0"/>
              </a:spcAft>
              <a:buNone/>
              <a:defRPr sz="2400"/>
            </a:lvl4pPr>
            <a:lvl5pPr lvl="4">
              <a:spcBef>
                <a:spcPts val="0"/>
              </a:spcBef>
              <a:spcAft>
                <a:spcPts val="0"/>
              </a:spcAft>
              <a:buNone/>
              <a:defRPr sz="2400"/>
            </a:lvl5pPr>
            <a:lvl6pPr lvl="5">
              <a:spcBef>
                <a:spcPts val="0"/>
              </a:spcBef>
              <a:spcAft>
                <a:spcPts val="0"/>
              </a:spcAft>
              <a:buNone/>
              <a:defRPr sz="2400"/>
            </a:lvl6pPr>
            <a:lvl7pPr lvl="6">
              <a:spcBef>
                <a:spcPts val="0"/>
              </a:spcBef>
              <a:spcAft>
                <a:spcPts val="0"/>
              </a:spcAft>
              <a:buNone/>
              <a:defRPr sz="2400"/>
            </a:lvl7pPr>
            <a:lvl8pPr lvl="7">
              <a:spcBef>
                <a:spcPts val="0"/>
              </a:spcBef>
              <a:spcAft>
                <a:spcPts val="0"/>
              </a:spcAft>
              <a:buNone/>
              <a:defRPr sz="2400"/>
            </a:lvl8pPr>
            <a:lvl9pPr lvl="8">
              <a:spcBef>
                <a:spcPts val="0"/>
              </a:spcBef>
              <a:spcAft>
                <a:spcPts val="0"/>
              </a:spcAft>
              <a:buNone/>
              <a:defRPr sz="2400"/>
            </a:lvl9pPr>
          </a:lstStyle>
          <a:p/>
        </p:txBody>
      </p:sp>
      <p:sp>
        <p:nvSpPr>
          <p:cNvPr id="145" name="Google Shape;145;p21"/>
          <p:cNvSpPr txBox="1"/>
          <p:nvPr>
            <p:ph idx="5" type="subTitle"/>
          </p:nvPr>
        </p:nvSpPr>
        <p:spPr>
          <a:xfrm>
            <a:off x="228600" y="3739100"/>
            <a:ext cx="2336400" cy="172200"/>
          </a:xfrm>
          <a:prstGeom prst="rect">
            <a:avLst/>
          </a:prstGeom>
        </p:spPr>
        <p:txBody>
          <a:bodyPr anchorCtr="0" anchor="ctr"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146" name="Shape 146"/>
        <p:cNvGrpSpPr/>
        <p:nvPr/>
      </p:nvGrpSpPr>
      <p:grpSpPr>
        <a:xfrm>
          <a:off x="0" y="0"/>
          <a:ext cx="0" cy="0"/>
          <a:chOff x="0" y="0"/>
          <a:chExt cx="0" cy="0"/>
        </a:xfrm>
      </p:grpSpPr>
      <p:sp>
        <p:nvSpPr>
          <p:cNvPr id="147" name="Google Shape;147;p22"/>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48" name="Google Shape;148;p22"/>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49" name="Google Shape;149;p2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0" name="Google Shape;150;p22"/>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51" name="Google Shape;151;p22"/>
          <p:cNvSpPr txBox="1"/>
          <p:nvPr>
            <p:ph idx="3" type="title"/>
          </p:nvPr>
        </p:nvSpPr>
        <p:spPr>
          <a:xfrm>
            <a:off x="228600" y="457200"/>
            <a:ext cx="34326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52" name="Google Shape;152;p22"/>
          <p:cNvSpPr txBox="1"/>
          <p:nvPr>
            <p:ph idx="1" type="subTitle"/>
          </p:nvPr>
        </p:nvSpPr>
        <p:spPr>
          <a:xfrm>
            <a:off x="230075" y="882000"/>
            <a:ext cx="3716700" cy="1122000"/>
          </a:xfrm>
          <a:prstGeom prst="rect">
            <a:avLst/>
          </a:prstGeom>
        </p:spPr>
        <p:txBody>
          <a:bodyPr anchorCtr="0" anchor="t" bIns="0" lIns="0" spcFirstLastPara="1" rIns="0" wrap="square" tIns="0">
            <a:sp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153" name="Google Shape;153;p22"/>
          <p:cNvSpPr txBox="1"/>
          <p:nvPr>
            <p:ph idx="4" type="body"/>
          </p:nvPr>
        </p:nvSpPr>
        <p:spPr>
          <a:xfrm>
            <a:off x="230075" y="3492500"/>
            <a:ext cx="3462600" cy="7140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54" name="Google Shape;154;p22"/>
          <p:cNvSpPr/>
          <p:nvPr>
            <p:ph idx="5" type="pic"/>
          </p:nvPr>
        </p:nvSpPr>
        <p:spPr>
          <a:xfrm>
            <a:off x="5520400" y="921875"/>
            <a:ext cx="2724900" cy="32931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155" name="Shape 155"/>
        <p:cNvGrpSpPr/>
        <p:nvPr/>
      </p:nvGrpSpPr>
      <p:grpSpPr>
        <a:xfrm>
          <a:off x="0" y="0"/>
          <a:ext cx="0" cy="0"/>
          <a:chOff x="0" y="0"/>
          <a:chExt cx="0" cy="0"/>
        </a:xfrm>
      </p:grpSpPr>
      <p:sp>
        <p:nvSpPr>
          <p:cNvPr id="156" name="Google Shape;156;p23"/>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57" name="Google Shape;157;p23"/>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158" name="Google Shape;158;p2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59" name="Google Shape;159;p2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p:txBody>
      </p:sp>
      <p:sp>
        <p:nvSpPr>
          <p:cNvPr id="160" name="Google Shape;160;p23"/>
          <p:cNvSpPr txBox="1"/>
          <p:nvPr>
            <p:ph idx="1" type="subTitle"/>
          </p:nvPr>
        </p:nvSpPr>
        <p:spPr>
          <a:xfrm>
            <a:off x="230075" y="1548047"/>
            <a:ext cx="4653900" cy="303900"/>
          </a:xfrm>
          <a:prstGeom prst="rect">
            <a:avLst/>
          </a:prstGeom>
        </p:spPr>
        <p:txBody>
          <a:bodyPr anchorCtr="0" anchor="ctr" bIns="0" lIns="0" spcFirstLastPara="1" rIns="0" wrap="square" tIns="0">
            <a:noAutofit/>
          </a:bodyPr>
          <a:lstStyle>
            <a:lvl1pPr lvl="0">
              <a:spcBef>
                <a:spcPts val="0"/>
              </a:spcBef>
              <a:spcAft>
                <a:spcPts val="0"/>
              </a:spcAft>
              <a:buNone/>
              <a:defRPr>
                <a:latin typeface="Jost"/>
                <a:ea typeface="Jost"/>
                <a:cs typeface="Jost"/>
                <a:sym typeface="Jost"/>
              </a:defRPr>
            </a:lvl1pPr>
            <a:lvl2pPr lvl="1">
              <a:spcBef>
                <a:spcPts val="0"/>
              </a:spcBef>
              <a:spcAft>
                <a:spcPts val="0"/>
              </a:spcAft>
              <a:buNone/>
              <a:defRPr>
                <a:latin typeface="Jost"/>
                <a:ea typeface="Jost"/>
                <a:cs typeface="Jost"/>
                <a:sym typeface="Jost"/>
              </a:defRPr>
            </a:lvl2pPr>
            <a:lvl3pPr lvl="2">
              <a:spcBef>
                <a:spcPts val="0"/>
              </a:spcBef>
              <a:spcAft>
                <a:spcPts val="0"/>
              </a:spcAft>
              <a:buNone/>
              <a:defRPr>
                <a:latin typeface="Jost"/>
                <a:ea typeface="Jost"/>
                <a:cs typeface="Jost"/>
                <a:sym typeface="Jost"/>
              </a:defRPr>
            </a:lvl3pPr>
            <a:lvl4pPr lvl="3">
              <a:spcBef>
                <a:spcPts val="0"/>
              </a:spcBef>
              <a:spcAft>
                <a:spcPts val="0"/>
              </a:spcAft>
              <a:buNone/>
              <a:defRPr>
                <a:latin typeface="Jost"/>
                <a:ea typeface="Jost"/>
                <a:cs typeface="Jost"/>
                <a:sym typeface="Jost"/>
              </a:defRPr>
            </a:lvl4pPr>
            <a:lvl5pPr lvl="4">
              <a:spcBef>
                <a:spcPts val="0"/>
              </a:spcBef>
              <a:spcAft>
                <a:spcPts val="0"/>
              </a:spcAft>
              <a:buNone/>
              <a:defRPr>
                <a:latin typeface="Jost"/>
                <a:ea typeface="Jost"/>
                <a:cs typeface="Jost"/>
                <a:sym typeface="Jost"/>
              </a:defRPr>
            </a:lvl5pPr>
            <a:lvl6pPr lvl="5">
              <a:spcBef>
                <a:spcPts val="0"/>
              </a:spcBef>
              <a:spcAft>
                <a:spcPts val="0"/>
              </a:spcAft>
              <a:buNone/>
              <a:defRPr>
                <a:latin typeface="Jost"/>
                <a:ea typeface="Jost"/>
                <a:cs typeface="Jost"/>
                <a:sym typeface="Jost"/>
              </a:defRPr>
            </a:lvl6pPr>
            <a:lvl7pPr lvl="6">
              <a:spcBef>
                <a:spcPts val="0"/>
              </a:spcBef>
              <a:spcAft>
                <a:spcPts val="0"/>
              </a:spcAft>
              <a:buNone/>
              <a:defRPr>
                <a:latin typeface="Jost"/>
                <a:ea typeface="Jost"/>
                <a:cs typeface="Jost"/>
                <a:sym typeface="Jost"/>
              </a:defRPr>
            </a:lvl7pPr>
            <a:lvl8pPr lvl="7">
              <a:spcBef>
                <a:spcPts val="0"/>
              </a:spcBef>
              <a:spcAft>
                <a:spcPts val="0"/>
              </a:spcAft>
              <a:buNone/>
              <a:defRPr>
                <a:latin typeface="Jost"/>
                <a:ea typeface="Jost"/>
                <a:cs typeface="Jost"/>
                <a:sym typeface="Jost"/>
              </a:defRPr>
            </a:lvl8pPr>
            <a:lvl9pPr lvl="8">
              <a:spcBef>
                <a:spcPts val="0"/>
              </a:spcBef>
              <a:spcAft>
                <a:spcPts val="0"/>
              </a:spcAft>
              <a:buNone/>
              <a:defRPr>
                <a:latin typeface="Jost"/>
                <a:ea typeface="Jost"/>
                <a:cs typeface="Jost"/>
                <a:sym typeface="Jost"/>
              </a:defRPr>
            </a:lvl9pPr>
          </a:lstStyle>
          <a:p/>
        </p:txBody>
      </p:sp>
      <p:sp>
        <p:nvSpPr>
          <p:cNvPr id="161" name="Google Shape;161;p23"/>
          <p:cNvSpPr txBox="1"/>
          <p:nvPr>
            <p:ph idx="3" type="title"/>
          </p:nvPr>
        </p:nvSpPr>
        <p:spPr>
          <a:xfrm>
            <a:off x="228600" y="1960022"/>
            <a:ext cx="7224600" cy="12651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4500"/>
            </a:lvl1pPr>
            <a:lvl2pPr lvl="1">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162" name="Shape 162"/>
        <p:cNvGrpSpPr/>
        <p:nvPr/>
      </p:nvGrpSpPr>
      <p:grpSpPr>
        <a:xfrm>
          <a:off x="0" y="0"/>
          <a:ext cx="0" cy="0"/>
          <a:chOff x="0" y="0"/>
          <a:chExt cx="0" cy="0"/>
        </a:xfrm>
      </p:grpSpPr>
      <p:sp>
        <p:nvSpPr>
          <p:cNvPr id="163" name="Google Shape;163;p2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64" name="Google Shape;164;p2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65" name="Google Shape;165;p2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66" name="Google Shape;166;p24"/>
          <p:cNvSpPr txBox="1"/>
          <p:nvPr>
            <p:ph idx="1" type="subTitle"/>
          </p:nvPr>
        </p:nvSpPr>
        <p:spPr>
          <a:xfrm>
            <a:off x="1638400"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7" name="Google Shape;167;p24"/>
          <p:cNvSpPr txBox="1"/>
          <p:nvPr>
            <p:ph idx="4" type="subTitle"/>
          </p:nvPr>
        </p:nvSpPr>
        <p:spPr>
          <a:xfrm>
            <a:off x="30997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8" name="Google Shape;168;p24"/>
          <p:cNvSpPr txBox="1"/>
          <p:nvPr>
            <p:ph idx="5" type="subTitle"/>
          </p:nvPr>
        </p:nvSpPr>
        <p:spPr>
          <a:xfrm>
            <a:off x="4563613"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69" name="Google Shape;169;p24"/>
          <p:cNvSpPr txBox="1"/>
          <p:nvPr>
            <p:ph idx="6" type="subTitle"/>
          </p:nvPr>
        </p:nvSpPr>
        <p:spPr>
          <a:xfrm>
            <a:off x="6024925" y="1547558"/>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70" name="Google Shape;170;p24"/>
          <p:cNvSpPr txBox="1"/>
          <p:nvPr>
            <p:ph idx="7" type="subTitle"/>
          </p:nvPr>
        </p:nvSpPr>
        <p:spPr>
          <a:xfrm>
            <a:off x="7521175" y="1547546"/>
            <a:ext cx="1372500" cy="431700"/>
          </a:xfrm>
          <a:prstGeom prst="rect">
            <a:avLst/>
          </a:prstGeom>
        </p:spPr>
        <p:txBody>
          <a:bodyPr anchorCtr="0" anchor="ctr" bIns="0" lIns="0" spcFirstLastPara="1" rIns="0" wrap="square" tIns="0">
            <a:noAutofit/>
          </a:bodyPr>
          <a:lstStyle>
            <a:lvl1pPr lvl="0" algn="ctr">
              <a:spcBef>
                <a:spcPts val="0"/>
              </a:spcBef>
              <a:spcAft>
                <a:spcPts val="0"/>
              </a:spcAft>
              <a:buNone/>
              <a:defRPr sz="1200"/>
            </a:lvl1pPr>
            <a:lvl2pPr lvl="1" algn="ctr">
              <a:spcBef>
                <a:spcPts val="0"/>
              </a:spcBef>
              <a:spcAft>
                <a:spcPts val="0"/>
              </a:spcAft>
              <a:buNone/>
              <a:defRPr sz="1200"/>
            </a:lvl2pPr>
            <a:lvl3pPr lvl="2" algn="ctr">
              <a:spcBef>
                <a:spcPts val="0"/>
              </a:spcBef>
              <a:spcAft>
                <a:spcPts val="0"/>
              </a:spcAft>
              <a:buNone/>
              <a:defRPr sz="1200"/>
            </a:lvl3pPr>
            <a:lvl4pPr lvl="3" algn="ctr">
              <a:spcBef>
                <a:spcPts val="0"/>
              </a:spcBef>
              <a:spcAft>
                <a:spcPts val="0"/>
              </a:spcAft>
              <a:buNone/>
              <a:defRPr sz="1200"/>
            </a:lvl4pPr>
            <a:lvl5pPr lvl="4" algn="ctr">
              <a:spcBef>
                <a:spcPts val="0"/>
              </a:spcBef>
              <a:spcAft>
                <a:spcPts val="0"/>
              </a:spcAft>
              <a:buNone/>
              <a:defRPr sz="1200"/>
            </a:lvl5pPr>
            <a:lvl6pPr lvl="5" algn="ctr">
              <a:spcBef>
                <a:spcPts val="0"/>
              </a:spcBef>
              <a:spcAft>
                <a:spcPts val="0"/>
              </a:spcAft>
              <a:buNone/>
              <a:defRPr sz="1200"/>
            </a:lvl6pPr>
            <a:lvl7pPr lvl="6" algn="ctr">
              <a:spcBef>
                <a:spcPts val="0"/>
              </a:spcBef>
              <a:spcAft>
                <a:spcPts val="0"/>
              </a:spcAft>
              <a:buNone/>
              <a:defRPr sz="1200"/>
            </a:lvl7pPr>
            <a:lvl8pPr lvl="7" algn="ctr">
              <a:spcBef>
                <a:spcPts val="0"/>
              </a:spcBef>
              <a:spcAft>
                <a:spcPts val="0"/>
              </a:spcAft>
              <a:buNone/>
              <a:defRPr sz="1200"/>
            </a:lvl8pPr>
            <a:lvl9pPr lvl="8" algn="ctr">
              <a:spcBef>
                <a:spcPts val="0"/>
              </a:spcBef>
              <a:spcAft>
                <a:spcPts val="0"/>
              </a:spcAft>
              <a:buNone/>
              <a:defRPr sz="1200"/>
            </a:lvl9pPr>
          </a:lstStyle>
          <a:p/>
        </p:txBody>
      </p:sp>
      <p:sp>
        <p:nvSpPr>
          <p:cNvPr id="171" name="Google Shape;171;p24"/>
          <p:cNvSpPr txBox="1"/>
          <p:nvPr>
            <p:ph idx="8" type="subTitle"/>
          </p:nvPr>
        </p:nvSpPr>
        <p:spPr>
          <a:xfrm>
            <a:off x="381000" y="213148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2" name="Google Shape;172;p24"/>
          <p:cNvSpPr txBox="1"/>
          <p:nvPr>
            <p:ph idx="9" type="subTitle"/>
          </p:nvPr>
        </p:nvSpPr>
        <p:spPr>
          <a:xfrm>
            <a:off x="381000" y="2687933"/>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3" name="Google Shape;173;p24"/>
          <p:cNvSpPr txBox="1"/>
          <p:nvPr>
            <p:ph idx="13" type="subTitle"/>
          </p:nvPr>
        </p:nvSpPr>
        <p:spPr>
          <a:xfrm>
            <a:off x="381000" y="32386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4" name="Google Shape;174;p24"/>
          <p:cNvSpPr txBox="1"/>
          <p:nvPr>
            <p:ph idx="14" type="subTitle"/>
          </p:nvPr>
        </p:nvSpPr>
        <p:spPr>
          <a:xfrm>
            <a:off x="381000" y="379505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175" name="Google Shape;175;p24"/>
          <p:cNvSpPr txBox="1"/>
          <p:nvPr>
            <p:ph idx="15" type="subTitle"/>
          </p:nvPr>
        </p:nvSpPr>
        <p:spPr>
          <a:xfrm>
            <a:off x="381000" y="4351508"/>
            <a:ext cx="1105800" cy="4317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176" name="Shape 176"/>
        <p:cNvGrpSpPr/>
        <p:nvPr/>
      </p:nvGrpSpPr>
      <p:grpSpPr>
        <a:xfrm>
          <a:off x="0" y="0"/>
          <a:ext cx="0" cy="0"/>
          <a:chOff x="0" y="0"/>
          <a:chExt cx="0" cy="0"/>
        </a:xfrm>
      </p:grpSpPr>
      <p:sp>
        <p:nvSpPr>
          <p:cNvPr id="177" name="Google Shape;177;p25"/>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8" name="Google Shape;178;p25"/>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179" name="Google Shape;179;p25"/>
          <p:cNvSpPr txBox="1"/>
          <p:nvPr>
            <p:ph idx="1" type="body"/>
          </p:nvPr>
        </p:nvSpPr>
        <p:spPr>
          <a:xfrm>
            <a:off x="4903325" y="10727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0" name="Google Shape;180;p25"/>
          <p:cNvSpPr txBox="1"/>
          <p:nvPr>
            <p:ph idx="2" type="body"/>
          </p:nvPr>
        </p:nvSpPr>
        <p:spPr>
          <a:xfrm>
            <a:off x="4903325" y="2018675"/>
            <a:ext cx="36816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1" name="Google Shape;181;p2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2" name="Google Shape;182;p25"/>
          <p:cNvSpPr txBox="1"/>
          <p:nvPr>
            <p:ph idx="3"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83" name="Google Shape;183;p25"/>
          <p:cNvSpPr/>
          <p:nvPr>
            <p:ph idx="4" type="pic"/>
          </p:nvPr>
        </p:nvSpPr>
        <p:spPr>
          <a:xfrm>
            <a:off x="230075" y="457200"/>
            <a:ext cx="3681600" cy="2309700"/>
          </a:xfrm>
          <a:prstGeom prst="rect">
            <a:avLst/>
          </a:prstGeom>
          <a:noFill/>
          <a:ln>
            <a:noFill/>
          </a:ln>
        </p:spPr>
      </p:sp>
      <p:sp>
        <p:nvSpPr>
          <p:cNvPr id="184" name="Google Shape;184;p25"/>
          <p:cNvSpPr txBox="1"/>
          <p:nvPr>
            <p:ph idx="5" type="title"/>
          </p:nvPr>
        </p:nvSpPr>
        <p:spPr>
          <a:xfrm>
            <a:off x="230075" y="2993600"/>
            <a:ext cx="3681600" cy="3432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85" name="Google Shape;185;p25"/>
          <p:cNvSpPr txBox="1"/>
          <p:nvPr>
            <p:ph idx="6" type="body"/>
          </p:nvPr>
        </p:nvSpPr>
        <p:spPr>
          <a:xfrm>
            <a:off x="230075" y="3515700"/>
            <a:ext cx="3681600" cy="913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6" name="Google Shape;186;p25"/>
          <p:cNvSpPr txBox="1"/>
          <p:nvPr>
            <p:ph idx="7" type="body"/>
          </p:nvPr>
        </p:nvSpPr>
        <p:spPr>
          <a:xfrm>
            <a:off x="4903325" y="2964575"/>
            <a:ext cx="3681600" cy="445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87" name="Google Shape;187;p25"/>
          <p:cNvSpPr txBox="1"/>
          <p:nvPr>
            <p:ph idx="8" type="subTitle"/>
          </p:nvPr>
        </p:nvSpPr>
        <p:spPr>
          <a:xfrm>
            <a:off x="4903325" y="26537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8" name="Google Shape;188;p25"/>
          <p:cNvSpPr txBox="1"/>
          <p:nvPr>
            <p:ph idx="9" type="subTitle"/>
          </p:nvPr>
        </p:nvSpPr>
        <p:spPr>
          <a:xfrm>
            <a:off x="4903325" y="17078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189" name="Google Shape;189;p25"/>
          <p:cNvSpPr txBox="1"/>
          <p:nvPr>
            <p:ph idx="13" type="subTitle"/>
          </p:nvPr>
        </p:nvSpPr>
        <p:spPr>
          <a:xfrm>
            <a:off x="4903325" y="761900"/>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190" name="Shape 190"/>
        <p:cNvGrpSpPr/>
        <p:nvPr/>
      </p:nvGrpSpPr>
      <p:grpSpPr>
        <a:xfrm>
          <a:off x="0" y="0"/>
          <a:ext cx="0" cy="0"/>
          <a:chOff x="0" y="0"/>
          <a:chExt cx="0" cy="0"/>
        </a:xfrm>
      </p:grpSpPr>
      <p:sp>
        <p:nvSpPr>
          <p:cNvPr id="191" name="Google Shape;191;p2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2" name="Google Shape;192;p2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3" name="Google Shape;193;p26"/>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94" name="Google Shape;194;p26"/>
          <p:cNvSpPr txBox="1"/>
          <p:nvPr>
            <p:ph idx="1" type="body"/>
          </p:nvPr>
        </p:nvSpPr>
        <p:spPr>
          <a:xfrm>
            <a:off x="228600" y="882000"/>
            <a:ext cx="2514300" cy="643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195" name="Google Shape;195;p26"/>
          <p:cNvSpPr txBox="1"/>
          <p:nvPr>
            <p:ph idx="4" type="subTitle"/>
          </p:nvPr>
        </p:nvSpPr>
        <p:spPr>
          <a:xfrm>
            <a:off x="34332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196" name="Google Shape;196;p26"/>
          <p:cNvSpPr txBox="1"/>
          <p:nvPr>
            <p:ph idx="5" type="subTitle"/>
          </p:nvPr>
        </p:nvSpPr>
        <p:spPr>
          <a:xfrm>
            <a:off x="4733675" y="2026000"/>
            <a:ext cx="23622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197" name="Shape 197"/>
        <p:cNvGrpSpPr/>
        <p:nvPr/>
      </p:nvGrpSpPr>
      <p:grpSpPr>
        <a:xfrm>
          <a:off x="0" y="0"/>
          <a:ext cx="0" cy="0"/>
          <a:chOff x="0" y="0"/>
          <a:chExt cx="0" cy="0"/>
        </a:xfrm>
      </p:grpSpPr>
      <p:sp>
        <p:nvSpPr>
          <p:cNvPr id="198" name="Google Shape;198;p2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199" name="Google Shape;199;p2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00" name="Google Shape;200;p27"/>
          <p:cNvSpPr txBox="1"/>
          <p:nvPr>
            <p:ph idx="1" type="body"/>
          </p:nvPr>
        </p:nvSpPr>
        <p:spPr>
          <a:xfrm>
            <a:off x="4637600" y="432627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1" name="Google Shape;201;p27"/>
          <p:cNvSpPr txBox="1"/>
          <p:nvPr>
            <p:ph idx="3" type="subTitle"/>
          </p:nvPr>
        </p:nvSpPr>
        <p:spPr>
          <a:xfrm>
            <a:off x="1603898" y="4342896"/>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2" name="Google Shape;202;p27"/>
          <p:cNvSpPr txBox="1"/>
          <p:nvPr>
            <p:ph idx="4" type="subTitle"/>
          </p:nvPr>
        </p:nvSpPr>
        <p:spPr>
          <a:xfrm>
            <a:off x="330825" y="418932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3" name="Google Shape;203;p27"/>
          <p:cNvSpPr txBox="1"/>
          <p:nvPr>
            <p:ph idx="5" type="body"/>
          </p:nvPr>
        </p:nvSpPr>
        <p:spPr>
          <a:xfrm>
            <a:off x="4637600" y="332264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4" name="Google Shape;204;p27"/>
          <p:cNvSpPr txBox="1"/>
          <p:nvPr>
            <p:ph idx="6" type="subTitle"/>
          </p:nvPr>
        </p:nvSpPr>
        <p:spPr>
          <a:xfrm>
            <a:off x="1603898" y="3339267"/>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5" name="Google Shape;205;p27"/>
          <p:cNvSpPr txBox="1"/>
          <p:nvPr>
            <p:ph idx="7" type="subTitle"/>
          </p:nvPr>
        </p:nvSpPr>
        <p:spPr>
          <a:xfrm>
            <a:off x="330825" y="3185695"/>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6" name="Google Shape;206;p27"/>
          <p:cNvSpPr txBox="1"/>
          <p:nvPr>
            <p:ph idx="8" type="body"/>
          </p:nvPr>
        </p:nvSpPr>
        <p:spPr>
          <a:xfrm>
            <a:off x="4637600" y="234198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07" name="Google Shape;207;p27"/>
          <p:cNvSpPr txBox="1"/>
          <p:nvPr>
            <p:ph idx="9" type="subTitle"/>
          </p:nvPr>
        </p:nvSpPr>
        <p:spPr>
          <a:xfrm>
            <a:off x="1603898" y="2358608"/>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08" name="Google Shape;208;p27"/>
          <p:cNvSpPr txBox="1"/>
          <p:nvPr>
            <p:ph idx="13" type="subTitle"/>
          </p:nvPr>
        </p:nvSpPr>
        <p:spPr>
          <a:xfrm>
            <a:off x="330825" y="2205037"/>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09" name="Google Shape;209;p27"/>
          <p:cNvSpPr txBox="1"/>
          <p:nvPr>
            <p:ph idx="14" type="body"/>
          </p:nvPr>
        </p:nvSpPr>
        <p:spPr>
          <a:xfrm>
            <a:off x="4637600" y="1361325"/>
            <a:ext cx="3934800" cy="449100"/>
          </a:xfrm>
          <a:prstGeom prst="rect">
            <a:avLst/>
          </a:prstGeom>
        </p:spPr>
        <p:txBody>
          <a:bodyPr anchorCtr="0" anchor="ctr"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0" name="Google Shape;210;p27"/>
          <p:cNvSpPr txBox="1"/>
          <p:nvPr>
            <p:ph idx="15" type="subTitle"/>
          </p:nvPr>
        </p:nvSpPr>
        <p:spPr>
          <a:xfrm>
            <a:off x="1603898" y="1377949"/>
            <a:ext cx="2372700" cy="415800"/>
          </a:xfrm>
          <a:prstGeom prst="rect">
            <a:avLst/>
          </a:prstGeom>
        </p:spPr>
        <p:txBody>
          <a:bodyPr anchorCtr="0" anchor="ctr" bIns="0" lIns="0" spcFirstLastPara="1" rIns="0" wrap="square" tIns="0">
            <a:noAutofit/>
          </a:bodyPr>
          <a:lstStyle>
            <a:lvl1pPr lvl="0">
              <a:spcBef>
                <a:spcPts val="0"/>
              </a:spcBef>
              <a:spcAft>
                <a:spcPts val="0"/>
              </a:spcAft>
              <a:buNone/>
              <a:defRPr sz="1200"/>
            </a:lvl1pPr>
            <a:lvl2pPr lvl="1">
              <a:spcBef>
                <a:spcPts val="0"/>
              </a:spcBef>
              <a:spcAft>
                <a:spcPts val="0"/>
              </a:spcAft>
              <a:buNone/>
              <a:defRPr sz="1200"/>
            </a:lvl2pPr>
            <a:lvl3pPr lvl="2">
              <a:spcBef>
                <a:spcPts val="0"/>
              </a:spcBef>
              <a:spcAft>
                <a:spcPts val="0"/>
              </a:spcAft>
              <a:buNone/>
              <a:defRPr sz="1200"/>
            </a:lvl3pPr>
            <a:lvl4pPr lvl="3">
              <a:spcBef>
                <a:spcPts val="0"/>
              </a:spcBef>
              <a:spcAft>
                <a:spcPts val="0"/>
              </a:spcAft>
              <a:buNone/>
              <a:defRPr sz="1200"/>
            </a:lvl4pPr>
            <a:lvl5pPr lvl="4">
              <a:spcBef>
                <a:spcPts val="0"/>
              </a:spcBef>
              <a:spcAft>
                <a:spcPts val="0"/>
              </a:spcAft>
              <a:buNone/>
              <a:defRPr sz="1200"/>
            </a:lvl5pPr>
            <a:lvl6pPr lvl="5">
              <a:spcBef>
                <a:spcPts val="0"/>
              </a:spcBef>
              <a:spcAft>
                <a:spcPts val="0"/>
              </a:spcAft>
              <a:buNone/>
              <a:defRPr sz="1200"/>
            </a:lvl6pPr>
            <a:lvl7pPr lvl="6">
              <a:spcBef>
                <a:spcPts val="0"/>
              </a:spcBef>
              <a:spcAft>
                <a:spcPts val="0"/>
              </a:spcAft>
              <a:buNone/>
              <a:defRPr sz="1200"/>
            </a:lvl7pPr>
            <a:lvl8pPr lvl="7">
              <a:spcBef>
                <a:spcPts val="0"/>
              </a:spcBef>
              <a:spcAft>
                <a:spcPts val="0"/>
              </a:spcAft>
              <a:buNone/>
              <a:defRPr sz="1200"/>
            </a:lvl8pPr>
            <a:lvl9pPr lvl="8">
              <a:spcBef>
                <a:spcPts val="0"/>
              </a:spcBef>
              <a:spcAft>
                <a:spcPts val="0"/>
              </a:spcAft>
              <a:buNone/>
              <a:defRPr sz="1200"/>
            </a:lvl9pPr>
          </a:lstStyle>
          <a:p/>
        </p:txBody>
      </p:sp>
      <p:sp>
        <p:nvSpPr>
          <p:cNvPr id="211" name="Google Shape;211;p27"/>
          <p:cNvSpPr txBox="1"/>
          <p:nvPr>
            <p:ph idx="16" type="subTitle"/>
          </p:nvPr>
        </p:nvSpPr>
        <p:spPr>
          <a:xfrm>
            <a:off x="330825" y="1224378"/>
            <a:ext cx="923400" cy="723000"/>
          </a:xfrm>
          <a:prstGeom prst="rect">
            <a:avLst/>
          </a:prstGeom>
        </p:spPr>
        <p:txBody>
          <a:bodyPr anchorCtr="0" anchor="ctr" bIns="0" lIns="0" spcFirstLastPara="1" rIns="0" wrap="square" tIns="0">
            <a:noAutofit/>
          </a:bodyPr>
          <a:lstStyle>
            <a:lvl1pPr lvl="0">
              <a:spcBef>
                <a:spcPts val="0"/>
              </a:spcBef>
              <a:spcAft>
                <a:spcPts val="0"/>
              </a:spcAft>
              <a:buNone/>
              <a:defRPr sz="4800">
                <a:solidFill>
                  <a:schemeClr val="lt2"/>
                </a:solidFill>
              </a:defRPr>
            </a:lvl1pPr>
            <a:lvl2pPr lvl="1">
              <a:spcBef>
                <a:spcPts val="0"/>
              </a:spcBef>
              <a:spcAft>
                <a:spcPts val="0"/>
              </a:spcAft>
              <a:buNone/>
              <a:defRPr sz="4800">
                <a:solidFill>
                  <a:schemeClr val="lt2"/>
                </a:solidFill>
              </a:defRPr>
            </a:lvl2pPr>
            <a:lvl3pPr lvl="2">
              <a:spcBef>
                <a:spcPts val="0"/>
              </a:spcBef>
              <a:spcAft>
                <a:spcPts val="0"/>
              </a:spcAft>
              <a:buNone/>
              <a:defRPr sz="4800">
                <a:solidFill>
                  <a:schemeClr val="lt2"/>
                </a:solidFill>
              </a:defRPr>
            </a:lvl3pPr>
            <a:lvl4pPr lvl="3">
              <a:spcBef>
                <a:spcPts val="0"/>
              </a:spcBef>
              <a:spcAft>
                <a:spcPts val="0"/>
              </a:spcAft>
              <a:buNone/>
              <a:defRPr sz="4800">
                <a:solidFill>
                  <a:schemeClr val="lt2"/>
                </a:solidFill>
              </a:defRPr>
            </a:lvl4pPr>
            <a:lvl5pPr lvl="4">
              <a:spcBef>
                <a:spcPts val="0"/>
              </a:spcBef>
              <a:spcAft>
                <a:spcPts val="0"/>
              </a:spcAft>
              <a:buNone/>
              <a:defRPr sz="4800">
                <a:solidFill>
                  <a:schemeClr val="lt2"/>
                </a:solidFill>
              </a:defRPr>
            </a:lvl5pPr>
            <a:lvl6pPr lvl="5">
              <a:spcBef>
                <a:spcPts val="0"/>
              </a:spcBef>
              <a:spcAft>
                <a:spcPts val="0"/>
              </a:spcAft>
              <a:buNone/>
              <a:defRPr sz="4800">
                <a:solidFill>
                  <a:schemeClr val="lt2"/>
                </a:solidFill>
              </a:defRPr>
            </a:lvl6pPr>
            <a:lvl7pPr lvl="6">
              <a:spcBef>
                <a:spcPts val="0"/>
              </a:spcBef>
              <a:spcAft>
                <a:spcPts val="0"/>
              </a:spcAft>
              <a:buNone/>
              <a:defRPr sz="4800">
                <a:solidFill>
                  <a:schemeClr val="lt2"/>
                </a:solidFill>
              </a:defRPr>
            </a:lvl7pPr>
            <a:lvl8pPr lvl="7">
              <a:spcBef>
                <a:spcPts val="0"/>
              </a:spcBef>
              <a:spcAft>
                <a:spcPts val="0"/>
              </a:spcAft>
              <a:buNone/>
              <a:defRPr sz="4800">
                <a:solidFill>
                  <a:schemeClr val="lt2"/>
                </a:solidFill>
              </a:defRPr>
            </a:lvl8pPr>
            <a:lvl9pPr lvl="8">
              <a:spcBef>
                <a:spcPts val="0"/>
              </a:spcBef>
              <a:spcAft>
                <a:spcPts val="0"/>
              </a:spcAft>
              <a:buNone/>
              <a:defRPr sz="4800">
                <a:solidFill>
                  <a:schemeClr val="lt2"/>
                </a:solidFill>
              </a:defRPr>
            </a:lvl9pPr>
          </a:lstStyle>
          <a:p/>
        </p:txBody>
      </p:sp>
      <p:sp>
        <p:nvSpPr>
          <p:cNvPr id="212" name="Google Shape;212;p27"/>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213" name="Shape 213"/>
        <p:cNvGrpSpPr/>
        <p:nvPr/>
      </p:nvGrpSpPr>
      <p:grpSpPr>
        <a:xfrm>
          <a:off x="0" y="0"/>
          <a:ext cx="0" cy="0"/>
          <a:chOff x="0" y="0"/>
          <a:chExt cx="0" cy="0"/>
        </a:xfrm>
      </p:grpSpPr>
      <p:sp>
        <p:nvSpPr>
          <p:cNvPr id="214" name="Google Shape;214;p28"/>
          <p:cNvSpPr txBox="1"/>
          <p:nvPr>
            <p:ph idx="1" type="body"/>
          </p:nvPr>
        </p:nvSpPr>
        <p:spPr>
          <a:xfrm>
            <a:off x="3316788"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5" name="Google Shape;215;p2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6" name="Google Shape;216;p2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17" name="Google Shape;217;p28"/>
          <p:cNvSpPr txBox="1"/>
          <p:nvPr>
            <p:ph idx="3" type="subTitle"/>
          </p:nvPr>
        </p:nvSpPr>
        <p:spPr>
          <a:xfrm>
            <a:off x="355609"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18" name="Google Shape;218;p28"/>
          <p:cNvSpPr txBox="1"/>
          <p:nvPr>
            <p:ph idx="4" type="body"/>
          </p:nvPr>
        </p:nvSpPr>
        <p:spPr>
          <a:xfrm>
            <a:off x="387450" y="15161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19" name="Google Shape;219;p28"/>
          <p:cNvSpPr txBox="1"/>
          <p:nvPr>
            <p:ph idx="5" type="subTitle"/>
          </p:nvPr>
        </p:nvSpPr>
        <p:spPr>
          <a:xfrm>
            <a:off x="3284965" y="5499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20" name="Google Shape;220;p28"/>
          <p:cNvSpPr txBox="1"/>
          <p:nvPr>
            <p:ph idx="6" type="subTitle"/>
          </p:nvPr>
        </p:nvSpPr>
        <p:spPr>
          <a:xfrm>
            <a:off x="6213059" y="560550"/>
            <a:ext cx="24339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600"/>
            </a:lvl1pPr>
            <a:lvl2pPr lvl="1">
              <a:lnSpc>
                <a:spcPct val="95000"/>
              </a:lnSpc>
              <a:spcBef>
                <a:spcPts val="0"/>
              </a:spcBef>
              <a:spcAft>
                <a:spcPts val="0"/>
              </a:spcAft>
              <a:buNone/>
              <a:defRPr sz="1600"/>
            </a:lvl2pPr>
            <a:lvl3pPr lvl="2">
              <a:lnSpc>
                <a:spcPct val="95000"/>
              </a:lnSpc>
              <a:spcBef>
                <a:spcPts val="0"/>
              </a:spcBef>
              <a:spcAft>
                <a:spcPts val="0"/>
              </a:spcAft>
              <a:buNone/>
              <a:defRPr sz="1600"/>
            </a:lvl3pPr>
            <a:lvl4pPr lvl="3">
              <a:lnSpc>
                <a:spcPct val="95000"/>
              </a:lnSpc>
              <a:spcBef>
                <a:spcPts val="0"/>
              </a:spcBef>
              <a:spcAft>
                <a:spcPts val="0"/>
              </a:spcAft>
              <a:buNone/>
              <a:defRPr sz="1600"/>
            </a:lvl4pPr>
            <a:lvl5pPr lvl="4">
              <a:lnSpc>
                <a:spcPct val="95000"/>
              </a:lnSpc>
              <a:spcBef>
                <a:spcPts val="0"/>
              </a:spcBef>
              <a:spcAft>
                <a:spcPts val="0"/>
              </a:spcAft>
              <a:buNone/>
              <a:defRPr sz="1600"/>
            </a:lvl5pPr>
            <a:lvl6pPr lvl="5">
              <a:lnSpc>
                <a:spcPct val="95000"/>
              </a:lnSpc>
              <a:spcBef>
                <a:spcPts val="0"/>
              </a:spcBef>
              <a:spcAft>
                <a:spcPts val="0"/>
              </a:spcAft>
              <a:buNone/>
              <a:defRPr sz="1600"/>
            </a:lvl6pPr>
            <a:lvl7pPr lvl="6">
              <a:lnSpc>
                <a:spcPct val="95000"/>
              </a:lnSpc>
              <a:spcBef>
                <a:spcPts val="0"/>
              </a:spcBef>
              <a:spcAft>
                <a:spcPts val="0"/>
              </a:spcAft>
              <a:buNone/>
              <a:defRPr sz="1600"/>
            </a:lvl7pPr>
            <a:lvl8pPr lvl="7">
              <a:lnSpc>
                <a:spcPct val="95000"/>
              </a:lnSpc>
              <a:spcBef>
                <a:spcPts val="0"/>
              </a:spcBef>
              <a:spcAft>
                <a:spcPts val="0"/>
              </a:spcAft>
              <a:buNone/>
              <a:defRPr sz="1600"/>
            </a:lvl8pPr>
            <a:lvl9pPr lvl="8">
              <a:lnSpc>
                <a:spcPct val="95000"/>
              </a:lnSpc>
              <a:spcBef>
                <a:spcPts val="0"/>
              </a:spcBef>
              <a:spcAft>
                <a:spcPts val="0"/>
              </a:spcAft>
              <a:buNone/>
              <a:defRPr sz="1600"/>
            </a:lvl9pPr>
          </a:lstStyle>
          <a:p/>
        </p:txBody>
      </p:sp>
      <p:sp>
        <p:nvSpPr>
          <p:cNvPr id="221" name="Google Shape;221;p28"/>
          <p:cNvSpPr txBox="1"/>
          <p:nvPr>
            <p:ph idx="7" type="body"/>
          </p:nvPr>
        </p:nvSpPr>
        <p:spPr>
          <a:xfrm>
            <a:off x="6244900" y="1526750"/>
            <a:ext cx="2513100" cy="714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222" name="Shape 222"/>
        <p:cNvGrpSpPr/>
        <p:nvPr/>
      </p:nvGrpSpPr>
      <p:grpSpPr>
        <a:xfrm>
          <a:off x="0" y="0"/>
          <a:ext cx="0" cy="0"/>
          <a:chOff x="0" y="0"/>
          <a:chExt cx="0" cy="0"/>
        </a:xfrm>
      </p:grpSpPr>
      <p:sp>
        <p:nvSpPr>
          <p:cNvPr id="223" name="Google Shape;223;p29"/>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24" name="Google Shape;224;p29"/>
          <p:cNvSpPr txBox="1"/>
          <p:nvPr/>
        </p:nvSpPr>
        <p:spPr>
          <a:xfrm>
            <a:off x="230934" y="1805263"/>
            <a:ext cx="3720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 sz="1600">
                <a:solidFill>
                  <a:schemeClr val="dk1"/>
                </a:solidFill>
                <a:latin typeface="Jost"/>
                <a:ea typeface="Jost"/>
                <a:cs typeface="Jost"/>
                <a:sym typeface="Jost"/>
              </a:rPr>
              <a:t>🡖</a:t>
            </a:r>
            <a:endParaRPr sz="1600">
              <a:solidFill>
                <a:schemeClr val="dk1"/>
              </a:solidFill>
              <a:latin typeface="Jost"/>
              <a:ea typeface="Jost"/>
              <a:cs typeface="Jost"/>
              <a:sym typeface="Jost"/>
            </a:endParaRPr>
          </a:p>
        </p:txBody>
      </p:sp>
      <p:sp>
        <p:nvSpPr>
          <p:cNvPr id="225" name="Google Shape;225;p29"/>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26" name="Google Shape;226;p29"/>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27" name="Google Shape;227;p29"/>
          <p:cNvSpPr txBox="1"/>
          <p:nvPr>
            <p:ph idx="3" type="title"/>
          </p:nvPr>
        </p:nvSpPr>
        <p:spPr>
          <a:xfrm>
            <a:off x="230937" y="1593450"/>
            <a:ext cx="2378700" cy="343200"/>
          </a:xfrm>
          <a:prstGeom prst="rect">
            <a:avLst/>
          </a:prstGeom>
        </p:spPr>
        <p:txBody>
          <a:bodyPr anchorCtr="0" anchor="t" bIns="0" lIns="0" spcFirstLastPara="1" rIns="0" wrap="square" tIns="0">
            <a:noAutofit/>
          </a:bodyPr>
          <a:lstStyle>
            <a:lvl1pPr lvl="0">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28" name="Google Shape;228;p29"/>
          <p:cNvSpPr txBox="1"/>
          <p:nvPr>
            <p:ph idx="1" type="body"/>
          </p:nvPr>
        </p:nvSpPr>
        <p:spPr>
          <a:xfrm>
            <a:off x="230938" y="2041800"/>
            <a:ext cx="2378700" cy="962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29" name="Google Shape;229;p29"/>
          <p:cNvSpPr txBox="1"/>
          <p:nvPr>
            <p:ph idx="4" type="body"/>
          </p:nvPr>
        </p:nvSpPr>
        <p:spPr>
          <a:xfrm>
            <a:off x="34393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0" name="Google Shape;230;p29"/>
          <p:cNvSpPr txBox="1"/>
          <p:nvPr>
            <p:ph idx="5" type="subTitle"/>
          </p:nvPr>
        </p:nvSpPr>
        <p:spPr>
          <a:xfrm>
            <a:off x="34393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1" name="Google Shape;231;p29"/>
          <p:cNvSpPr txBox="1"/>
          <p:nvPr>
            <p:ph idx="6" type="body"/>
          </p:nvPr>
        </p:nvSpPr>
        <p:spPr>
          <a:xfrm>
            <a:off x="34393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2" name="Google Shape;232;p29"/>
          <p:cNvSpPr txBox="1"/>
          <p:nvPr>
            <p:ph idx="7" type="subTitle"/>
          </p:nvPr>
        </p:nvSpPr>
        <p:spPr>
          <a:xfrm>
            <a:off x="34393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3" name="Google Shape;233;p29"/>
          <p:cNvSpPr txBox="1"/>
          <p:nvPr>
            <p:ph idx="8" type="body"/>
          </p:nvPr>
        </p:nvSpPr>
        <p:spPr>
          <a:xfrm>
            <a:off x="6313271" y="907600"/>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4" name="Google Shape;234;p29"/>
          <p:cNvSpPr txBox="1"/>
          <p:nvPr>
            <p:ph idx="9" type="subTitle"/>
          </p:nvPr>
        </p:nvSpPr>
        <p:spPr>
          <a:xfrm>
            <a:off x="6313263" y="618975"/>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5" name="Google Shape;235;p29"/>
          <p:cNvSpPr txBox="1"/>
          <p:nvPr>
            <p:ph idx="13" type="body"/>
          </p:nvPr>
        </p:nvSpPr>
        <p:spPr>
          <a:xfrm>
            <a:off x="6313271" y="2532294"/>
            <a:ext cx="2498700" cy="343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36" name="Google Shape;236;p29"/>
          <p:cNvSpPr txBox="1"/>
          <p:nvPr>
            <p:ph idx="14" type="subTitle"/>
          </p:nvPr>
        </p:nvSpPr>
        <p:spPr>
          <a:xfrm>
            <a:off x="6313263" y="2243669"/>
            <a:ext cx="2378700" cy="167700"/>
          </a:xfrm>
          <a:prstGeom prst="rect">
            <a:avLst/>
          </a:prstGeom>
        </p:spPr>
        <p:txBody>
          <a:bodyPr anchorCtr="0" anchor="ctr" bIns="0" lIns="0" spcFirstLastPara="1" rIns="0" wrap="square" tIns="0">
            <a:noAutofit/>
          </a:bodyPr>
          <a:lstStyle>
            <a:lvl1pPr lvl="0">
              <a:spcBef>
                <a:spcPts val="0"/>
              </a:spcBef>
              <a:spcAft>
                <a:spcPts val="0"/>
              </a:spcAft>
              <a:buNone/>
              <a:defRPr sz="1200">
                <a:solidFill>
                  <a:schemeClr val="accent4"/>
                </a:solidFill>
                <a:latin typeface="Jost"/>
                <a:ea typeface="Jost"/>
                <a:cs typeface="Jost"/>
                <a:sym typeface="Jost"/>
              </a:defRPr>
            </a:lvl1pPr>
            <a:lvl2pPr lvl="1">
              <a:spcBef>
                <a:spcPts val="0"/>
              </a:spcBef>
              <a:spcAft>
                <a:spcPts val="0"/>
              </a:spcAft>
              <a:buNone/>
              <a:defRPr sz="1200">
                <a:solidFill>
                  <a:schemeClr val="accent4"/>
                </a:solidFill>
                <a:latin typeface="Jost"/>
                <a:ea typeface="Jost"/>
                <a:cs typeface="Jost"/>
                <a:sym typeface="Jost"/>
              </a:defRPr>
            </a:lvl2pPr>
            <a:lvl3pPr lvl="2">
              <a:spcBef>
                <a:spcPts val="0"/>
              </a:spcBef>
              <a:spcAft>
                <a:spcPts val="0"/>
              </a:spcAft>
              <a:buNone/>
              <a:defRPr sz="1200">
                <a:solidFill>
                  <a:schemeClr val="accent4"/>
                </a:solidFill>
                <a:latin typeface="Jost"/>
                <a:ea typeface="Jost"/>
                <a:cs typeface="Jost"/>
                <a:sym typeface="Jost"/>
              </a:defRPr>
            </a:lvl3pPr>
            <a:lvl4pPr lvl="3">
              <a:spcBef>
                <a:spcPts val="0"/>
              </a:spcBef>
              <a:spcAft>
                <a:spcPts val="0"/>
              </a:spcAft>
              <a:buNone/>
              <a:defRPr sz="1200">
                <a:solidFill>
                  <a:schemeClr val="accent4"/>
                </a:solidFill>
                <a:latin typeface="Jost"/>
                <a:ea typeface="Jost"/>
                <a:cs typeface="Jost"/>
                <a:sym typeface="Jost"/>
              </a:defRPr>
            </a:lvl4pPr>
            <a:lvl5pPr lvl="4">
              <a:spcBef>
                <a:spcPts val="0"/>
              </a:spcBef>
              <a:spcAft>
                <a:spcPts val="0"/>
              </a:spcAft>
              <a:buNone/>
              <a:defRPr sz="1200">
                <a:solidFill>
                  <a:schemeClr val="accent4"/>
                </a:solidFill>
                <a:latin typeface="Jost"/>
                <a:ea typeface="Jost"/>
                <a:cs typeface="Jost"/>
                <a:sym typeface="Jost"/>
              </a:defRPr>
            </a:lvl5pPr>
            <a:lvl6pPr lvl="5">
              <a:spcBef>
                <a:spcPts val="0"/>
              </a:spcBef>
              <a:spcAft>
                <a:spcPts val="0"/>
              </a:spcAft>
              <a:buNone/>
              <a:defRPr sz="1200">
                <a:solidFill>
                  <a:schemeClr val="accent4"/>
                </a:solidFill>
                <a:latin typeface="Jost"/>
                <a:ea typeface="Jost"/>
                <a:cs typeface="Jost"/>
                <a:sym typeface="Jost"/>
              </a:defRPr>
            </a:lvl6pPr>
            <a:lvl7pPr lvl="6">
              <a:spcBef>
                <a:spcPts val="0"/>
              </a:spcBef>
              <a:spcAft>
                <a:spcPts val="0"/>
              </a:spcAft>
              <a:buNone/>
              <a:defRPr sz="1200">
                <a:solidFill>
                  <a:schemeClr val="accent4"/>
                </a:solidFill>
                <a:latin typeface="Jost"/>
                <a:ea typeface="Jost"/>
                <a:cs typeface="Jost"/>
                <a:sym typeface="Jost"/>
              </a:defRPr>
            </a:lvl7pPr>
            <a:lvl8pPr lvl="7">
              <a:spcBef>
                <a:spcPts val="0"/>
              </a:spcBef>
              <a:spcAft>
                <a:spcPts val="0"/>
              </a:spcAft>
              <a:buNone/>
              <a:defRPr sz="1200">
                <a:solidFill>
                  <a:schemeClr val="accent4"/>
                </a:solidFill>
                <a:latin typeface="Jost"/>
                <a:ea typeface="Jost"/>
                <a:cs typeface="Jost"/>
                <a:sym typeface="Jost"/>
              </a:defRPr>
            </a:lvl8pPr>
            <a:lvl9pPr lvl="8">
              <a:spcBef>
                <a:spcPts val="0"/>
              </a:spcBef>
              <a:spcAft>
                <a:spcPts val="0"/>
              </a:spcAft>
              <a:buNone/>
              <a:defRPr sz="1200">
                <a:solidFill>
                  <a:schemeClr val="accent4"/>
                </a:solidFill>
                <a:latin typeface="Jost"/>
                <a:ea typeface="Jost"/>
                <a:cs typeface="Jost"/>
                <a:sym typeface="Jost"/>
              </a:defRPr>
            </a:lvl9pPr>
          </a:lstStyle>
          <a:p/>
        </p:txBody>
      </p:sp>
      <p:sp>
        <p:nvSpPr>
          <p:cNvPr id="237" name="Google Shape;237;p29"/>
          <p:cNvSpPr txBox="1"/>
          <p:nvPr>
            <p:ph idx="15" type="body"/>
          </p:nvPr>
        </p:nvSpPr>
        <p:spPr>
          <a:xfrm>
            <a:off x="230650" y="3875100"/>
            <a:ext cx="2378700" cy="913500"/>
          </a:xfrm>
          <a:prstGeom prst="rect">
            <a:avLst/>
          </a:prstGeom>
        </p:spPr>
        <p:txBody>
          <a:bodyPr anchorCtr="0" anchor="t" bIns="0" lIns="0" spcFirstLastPara="1" rIns="0" wrap="square" tIns="0">
            <a:spAutoFit/>
          </a:bodyPr>
          <a:lstStyle>
            <a:lvl1pPr indent="-304800" lvl="0" marL="457200">
              <a:spcBef>
                <a:spcPts val="0"/>
              </a:spcBef>
              <a:spcAft>
                <a:spcPts val="0"/>
              </a:spcAft>
              <a:buClr>
                <a:schemeClr val="dk1"/>
              </a:buClr>
              <a:buSzPts val="1200"/>
              <a:buFont typeface="Figtree"/>
              <a:buChar char="●"/>
              <a:defRPr>
                <a:latin typeface="Figtree"/>
                <a:ea typeface="Figtree"/>
                <a:cs typeface="Figtree"/>
                <a:sym typeface="Figtree"/>
              </a:defRPr>
            </a:lvl1pPr>
            <a:lvl2pPr indent="-304800" lvl="1" marL="914400">
              <a:spcBef>
                <a:spcPts val="0"/>
              </a:spcBef>
              <a:spcAft>
                <a:spcPts val="0"/>
              </a:spcAft>
              <a:buClr>
                <a:schemeClr val="dk1"/>
              </a:buClr>
              <a:buSzPts val="1200"/>
              <a:buFont typeface="Figtree"/>
              <a:buChar char="○"/>
              <a:defRPr>
                <a:latin typeface="Figtree"/>
                <a:ea typeface="Figtree"/>
                <a:cs typeface="Figtree"/>
                <a:sym typeface="Figtree"/>
              </a:defRPr>
            </a:lvl2pPr>
            <a:lvl3pPr indent="-304800" lvl="2" marL="1371600">
              <a:spcBef>
                <a:spcPts val="0"/>
              </a:spcBef>
              <a:spcAft>
                <a:spcPts val="0"/>
              </a:spcAft>
              <a:buClr>
                <a:schemeClr val="dk1"/>
              </a:buClr>
              <a:buSzPts val="1200"/>
              <a:buFont typeface="Figtree"/>
              <a:buChar char="■"/>
              <a:defRPr>
                <a:latin typeface="Figtree"/>
                <a:ea typeface="Figtree"/>
                <a:cs typeface="Figtree"/>
                <a:sym typeface="Figtree"/>
              </a:defRPr>
            </a:lvl3pPr>
            <a:lvl4pPr indent="-304800" lvl="3" marL="1828800">
              <a:spcBef>
                <a:spcPts val="0"/>
              </a:spcBef>
              <a:spcAft>
                <a:spcPts val="0"/>
              </a:spcAft>
              <a:buClr>
                <a:schemeClr val="dk1"/>
              </a:buClr>
              <a:buSzPts val="1200"/>
              <a:buFont typeface="Figtree"/>
              <a:buChar char="●"/>
              <a:defRPr>
                <a:latin typeface="Figtree"/>
                <a:ea typeface="Figtree"/>
                <a:cs typeface="Figtree"/>
                <a:sym typeface="Figtree"/>
              </a:defRPr>
            </a:lvl4pPr>
            <a:lvl5pPr indent="-304800" lvl="4" marL="2286000">
              <a:spcBef>
                <a:spcPts val="0"/>
              </a:spcBef>
              <a:spcAft>
                <a:spcPts val="0"/>
              </a:spcAft>
              <a:buClr>
                <a:schemeClr val="dk1"/>
              </a:buClr>
              <a:buSzPts val="1200"/>
              <a:buFont typeface="Figtree"/>
              <a:buChar char="○"/>
              <a:defRPr>
                <a:latin typeface="Figtree"/>
                <a:ea typeface="Figtree"/>
                <a:cs typeface="Figtree"/>
                <a:sym typeface="Figtree"/>
              </a:defRPr>
            </a:lvl5pPr>
            <a:lvl6pPr indent="-304800" lvl="5" marL="2743200">
              <a:spcBef>
                <a:spcPts val="0"/>
              </a:spcBef>
              <a:spcAft>
                <a:spcPts val="0"/>
              </a:spcAft>
              <a:buClr>
                <a:schemeClr val="dk1"/>
              </a:buClr>
              <a:buSzPts val="1200"/>
              <a:buFont typeface="Figtree"/>
              <a:buChar char="■"/>
              <a:defRPr>
                <a:latin typeface="Figtree"/>
                <a:ea typeface="Figtree"/>
                <a:cs typeface="Figtree"/>
                <a:sym typeface="Figtree"/>
              </a:defRPr>
            </a:lvl6pPr>
            <a:lvl7pPr indent="-304800" lvl="6" marL="3200400">
              <a:spcBef>
                <a:spcPts val="0"/>
              </a:spcBef>
              <a:spcAft>
                <a:spcPts val="0"/>
              </a:spcAft>
              <a:buClr>
                <a:schemeClr val="dk1"/>
              </a:buClr>
              <a:buSzPts val="1200"/>
              <a:buFont typeface="Figtree"/>
              <a:buChar char="●"/>
              <a:defRPr>
                <a:latin typeface="Figtree"/>
                <a:ea typeface="Figtree"/>
                <a:cs typeface="Figtree"/>
                <a:sym typeface="Figtree"/>
              </a:defRPr>
            </a:lvl7pPr>
            <a:lvl8pPr indent="-304800" lvl="7" marL="3657600">
              <a:spcBef>
                <a:spcPts val="0"/>
              </a:spcBef>
              <a:spcAft>
                <a:spcPts val="0"/>
              </a:spcAft>
              <a:buClr>
                <a:schemeClr val="dk1"/>
              </a:buClr>
              <a:buSzPts val="1200"/>
              <a:buFont typeface="Figtree"/>
              <a:buChar char="○"/>
              <a:defRPr>
                <a:latin typeface="Figtree"/>
                <a:ea typeface="Figtree"/>
                <a:cs typeface="Figtree"/>
                <a:sym typeface="Figtree"/>
              </a:defRPr>
            </a:lvl8pPr>
            <a:lvl9pPr indent="-304800" lvl="8" marL="4114800">
              <a:spcBef>
                <a:spcPts val="0"/>
              </a:spcBef>
              <a:spcAft>
                <a:spcPts val="0"/>
              </a:spcAft>
              <a:buClr>
                <a:schemeClr val="dk1"/>
              </a:buClr>
              <a:buSzPts val="1200"/>
              <a:buFont typeface="Figtree"/>
              <a:buChar char="■"/>
              <a:defRPr>
                <a:latin typeface="Figtree"/>
                <a:ea typeface="Figtree"/>
                <a:cs typeface="Figtree"/>
                <a:sym typeface="Figtree"/>
              </a:defRPr>
            </a:lvl9pPr>
          </a:lstStyle>
          <a:p/>
        </p:txBody>
      </p:sp>
      <p:sp>
        <p:nvSpPr>
          <p:cNvPr id="238" name="Google Shape;238;p29"/>
          <p:cNvSpPr/>
          <p:nvPr>
            <p:ph idx="16" type="pic"/>
          </p:nvPr>
        </p:nvSpPr>
        <p:spPr>
          <a:xfrm>
            <a:off x="230350" y="457200"/>
            <a:ext cx="853200" cy="10311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239" name="Shape 239"/>
        <p:cNvGrpSpPr/>
        <p:nvPr/>
      </p:nvGrpSpPr>
      <p:grpSpPr>
        <a:xfrm>
          <a:off x="0" y="0"/>
          <a:ext cx="0" cy="0"/>
          <a:chOff x="0" y="0"/>
          <a:chExt cx="0" cy="0"/>
        </a:xfrm>
      </p:grpSpPr>
      <p:sp>
        <p:nvSpPr>
          <p:cNvPr id="240" name="Google Shape;240;p30"/>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41" name="Google Shape;241;p30"/>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2" name="Google Shape;242;p30"/>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43" name="Google Shape;243;p30"/>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44" name="Google Shape;244;p30"/>
          <p:cNvSpPr txBox="1"/>
          <p:nvPr>
            <p:ph idx="1" type="body"/>
          </p:nvPr>
        </p:nvSpPr>
        <p:spPr>
          <a:xfrm>
            <a:off x="429350"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5" name="Google Shape;245;p30"/>
          <p:cNvSpPr txBox="1"/>
          <p:nvPr>
            <p:ph idx="4" type="subTitle"/>
          </p:nvPr>
        </p:nvSpPr>
        <p:spPr>
          <a:xfrm>
            <a:off x="429350"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46" name="Google Shape;246;p30"/>
          <p:cNvSpPr txBox="1"/>
          <p:nvPr>
            <p:ph idx="5" type="body"/>
          </p:nvPr>
        </p:nvSpPr>
        <p:spPr>
          <a:xfrm>
            <a:off x="4833813" y="180150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7" name="Google Shape;247;p30"/>
          <p:cNvSpPr txBox="1"/>
          <p:nvPr>
            <p:ph idx="6" type="subTitle"/>
          </p:nvPr>
        </p:nvSpPr>
        <p:spPr>
          <a:xfrm>
            <a:off x="4833813" y="128600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48" name="Google Shape;248;p30"/>
          <p:cNvSpPr txBox="1"/>
          <p:nvPr>
            <p:ph idx="7" type="body"/>
          </p:nvPr>
        </p:nvSpPr>
        <p:spPr>
          <a:xfrm>
            <a:off x="2631588"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49" name="Google Shape;249;p30"/>
          <p:cNvSpPr txBox="1"/>
          <p:nvPr>
            <p:ph idx="8" type="subTitle"/>
          </p:nvPr>
        </p:nvSpPr>
        <p:spPr>
          <a:xfrm>
            <a:off x="2631588"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50" name="Google Shape;250;p30"/>
          <p:cNvSpPr txBox="1"/>
          <p:nvPr>
            <p:ph idx="9" type="body"/>
          </p:nvPr>
        </p:nvSpPr>
        <p:spPr>
          <a:xfrm>
            <a:off x="7036075" y="2360650"/>
            <a:ext cx="16833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1" name="Google Shape;251;p30"/>
          <p:cNvSpPr txBox="1"/>
          <p:nvPr>
            <p:ph idx="13" type="subTitle"/>
          </p:nvPr>
        </p:nvSpPr>
        <p:spPr>
          <a:xfrm>
            <a:off x="7036075" y="1845150"/>
            <a:ext cx="1683300" cy="4317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252" name="Shape 252"/>
        <p:cNvGrpSpPr/>
        <p:nvPr/>
      </p:nvGrpSpPr>
      <p:grpSpPr>
        <a:xfrm>
          <a:off x="0" y="0"/>
          <a:ext cx="0" cy="0"/>
          <a:chOff x="0" y="0"/>
          <a:chExt cx="0" cy="0"/>
        </a:xfrm>
      </p:grpSpPr>
      <p:sp>
        <p:nvSpPr>
          <p:cNvPr id="253" name="Google Shape;253;p31"/>
          <p:cNvSpPr/>
          <p:nvPr/>
        </p:nvSpPr>
        <p:spPr>
          <a:xfrm>
            <a:off x="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54" name="Google Shape;254;p31"/>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5" name="Google Shape;255;p31"/>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56" name="Google Shape;256;p31"/>
          <p:cNvSpPr txBox="1"/>
          <p:nvPr>
            <p:ph idx="1" type="body"/>
          </p:nvPr>
        </p:nvSpPr>
        <p:spPr>
          <a:xfrm>
            <a:off x="337797" y="1044075"/>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7" name="Google Shape;257;p31"/>
          <p:cNvSpPr txBox="1"/>
          <p:nvPr>
            <p:ph idx="3" type="body"/>
          </p:nvPr>
        </p:nvSpPr>
        <p:spPr>
          <a:xfrm>
            <a:off x="5967566" y="1044075"/>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8" name="Google Shape;258;p31"/>
          <p:cNvSpPr txBox="1"/>
          <p:nvPr>
            <p:ph idx="4" type="body"/>
          </p:nvPr>
        </p:nvSpPr>
        <p:spPr>
          <a:xfrm>
            <a:off x="321474" y="3385428"/>
            <a:ext cx="2839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59" name="Google Shape;259;p31"/>
          <p:cNvSpPr txBox="1"/>
          <p:nvPr>
            <p:ph idx="5" type="body"/>
          </p:nvPr>
        </p:nvSpPr>
        <p:spPr>
          <a:xfrm>
            <a:off x="5951149" y="3385428"/>
            <a:ext cx="28557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60" name="Google Shape;260;p31"/>
          <p:cNvSpPr txBox="1"/>
          <p:nvPr>
            <p:ph idx="6" type="subTitle"/>
          </p:nvPr>
        </p:nvSpPr>
        <p:spPr>
          <a:xfrm>
            <a:off x="3505113"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1" name="Google Shape;261;p31"/>
          <p:cNvSpPr txBox="1"/>
          <p:nvPr>
            <p:ph idx="7" type="subTitle"/>
          </p:nvPr>
        </p:nvSpPr>
        <p:spPr>
          <a:xfrm>
            <a:off x="4638638" y="200547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2" name="Google Shape;262;p31"/>
          <p:cNvSpPr txBox="1"/>
          <p:nvPr>
            <p:ph idx="8" type="subTitle"/>
          </p:nvPr>
        </p:nvSpPr>
        <p:spPr>
          <a:xfrm>
            <a:off x="3505525"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3" name="Google Shape;263;p31"/>
          <p:cNvSpPr txBox="1"/>
          <p:nvPr>
            <p:ph idx="9" type="subTitle"/>
          </p:nvPr>
        </p:nvSpPr>
        <p:spPr>
          <a:xfrm>
            <a:off x="4639050" y="2965825"/>
            <a:ext cx="10002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4" name="Google Shape;264;p31"/>
          <p:cNvSpPr txBox="1"/>
          <p:nvPr>
            <p:ph idx="13" type="subTitle"/>
          </p:nvPr>
        </p:nvSpPr>
        <p:spPr>
          <a:xfrm>
            <a:off x="4319044" y="2485650"/>
            <a:ext cx="506700" cy="172200"/>
          </a:xfrm>
          <a:prstGeom prst="rect">
            <a:avLst/>
          </a:prstGeom>
        </p:spPr>
        <p:txBody>
          <a:bodyPr anchorCtr="0" anchor="ctr" bIns="0" lIns="0" spcFirstLastPara="1" rIns="0" wrap="square" tIns="0">
            <a:noAutofit/>
          </a:bodyPr>
          <a:lstStyle>
            <a:lvl1pPr lvl="0" algn="ctr">
              <a:spcBef>
                <a:spcPts val="0"/>
              </a:spcBef>
              <a:spcAft>
                <a:spcPts val="0"/>
              </a:spcAft>
              <a:buNone/>
              <a:defRPr sz="1000"/>
            </a:lvl1pPr>
            <a:lvl2pPr lvl="1" algn="ctr">
              <a:spcBef>
                <a:spcPts val="0"/>
              </a:spcBef>
              <a:spcAft>
                <a:spcPts val="0"/>
              </a:spcAft>
              <a:buNone/>
              <a:defRPr sz="1000"/>
            </a:lvl2pPr>
            <a:lvl3pPr lvl="2" algn="ctr">
              <a:spcBef>
                <a:spcPts val="0"/>
              </a:spcBef>
              <a:spcAft>
                <a:spcPts val="0"/>
              </a:spcAft>
              <a:buNone/>
              <a:defRPr sz="1000"/>
            </a:lvl3pPr>
            <a:lvl4pPr lvl="3" algn="ctr">
              <a:spcBef>
                <a:spcPts val="0"/>
              </a:spcBef>
              <a:spcAft>
                <a:spcPts val="0"/>
              </a:spcAft>
              <a:buNone/>
              <a:defRPr sz="1000"/>
            </a:lvl4pPr>
            <a:lvl5pPr lvl="4" algn="ctr">
              <a:spcBef>
                <a:spcPts val="0"/>
              </a:spcBef>
              <a:spcAft>
                <a:spcPts val="0"/>
              </a:spcAft>
              <a:buNone/>
              <a:defRPr sz="1000"/>
            </a:lvl5pPr>
            <a:lvl6pPr lvl="5" algn="ctr">
              <a:spcBef>
                <a:spcPts val="0"/>
              </a:spcBef>
              <a:spcAft>
                <a:spcPts val="0"/>
              </a:spcAft>
              <a:buNone/>
              <a:defRPr sz="1000"/>
            </a:lvl6pPr>
            <a:lvl7pPr lvl="6" algn="ctr">
              <a:spcBef>
                <a:spcPts val="0"/>
              </a:spcBef>
              <a:spcAft>
                <a:spcPts val="0"/>
              </a:spcAft>
              <a:buNone/>
              <a:defRPr sz="1000"/>
            </a:lvl7pPr>
            <a:lvl8pPr lvl="7" algn="ctr">
              <a:spcBef>
                <a:spcPts val="0"/>
              </a:spcBef>
              <a:spcAft>
                <a:spcPts val="0"/>
              </a:spcAft>
              <a:buNone/>
              <a:defRPr sz="1000"/>
            </a:lvl8pPr>
            <a:lvl9pPr lvl="8" algn="ctr">
              <a:spcBef>
                <a:spcPts val="0"/>
              </a:spcBef>
              <a:spcAft>
                <a:spcPts val="0"/>
              </a:spcAft>
              <a:buNone/>
              <a:defRPr sz="1000"/>
            </a:lvl9pPr>
          </a:lstStyle>
          <a:p/>
        </p:txBody>
      </p:sp>
      <p:sp>
        <p:nvSpPr>
          <p:cNvPr id="265" name="Google Shape;265;p31"/>
          <p:cNvSpPr txBox="1"/>
          <p:nvPr>
            <p:ph idx="14"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266" name="Shape 266"/>
        <p:cNvGrpSpPr/>
        <p:nvPr/>
      </p:nvGrpSpPr>
      <p:grpSpPr>
        <a:xfrm>
          <a:off x="0" y="0"/>
          <a:ext cx="0" cy="0"/>
          <a:chOff x="0" y="0"/>
          <a:chExt cx="0" cy="0"/>
        </a:xfrm>
      </p:grpSpPr>
      <p:sp>
        <p:nvSpPr>
          <p:cNvPr id="267" name="Google Shape;267;p32"/>
          <p:cNvSpPr/>
          <p:nvPr/>
        </p:nvSpPr>
        <p:spPr>
          <a:xfrm flipH="1" rot="5400000">
            <a:off x="6563025" y="657900"/>
            <a:ext cx="1358100" cy="3792600"/>
          </a:xfrm>
          <a:prstGeom prst="rect">
            <a:avLst/>
          </a:prstGeom>
          <a:gradFill>
            <a:gsLst>
              <a:gs pos="0">
                <a:schemeClr val="accent4"/>
              </a:gs>
              <a:gs pos="100000">
                <a:schemeClr val="lt2"/>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68" name="Google Shape;268;p32"/>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pic>
        <p:nvPicPr>
          <p:cNvPr descr="A landscape shot of a marshland at dusk. " id="269" name="Google Shape;269;p32"/>
          <p:cNvPicPr preferRelativeResize="0"/>
          <p:nvPr/>
        </p:nvPicPr>
        <p:blipFill rotWithShape="1">
          <a:blip r:embed="rId2">
            <a:alphaModFix/>
          </a:blip>
          <a:srcRect b="14406" l="0" r="0" t="14413"/>
          <a:stretch/>
        </p:blipFill>
        <p:spPr>
          <a:xfrm>
            <a:off x="2517525" y="1875150"/>
            <a:ext cx="2822973" cy="1350004"/>
          </a:xfrm>
          <a:prstGeom prst="rect">
            <a:avLst/>
          </a:prstGeom>
          <a:noFill/>
          <a:ln>
            <a:noFill/>
          </a:ln>
        </p:spPr>
      </p:pic>
      <p:sp>
        <p:nvSpPr>
          <p:cNvPr id="270" name="Google Shape;270;p32"/>
          <p:cNvSpPr txBox="1"/>
          <p:nvPr>
            <p:ph idx="1" type="body"/>
          </p:nvPr>
        </p:nvSpPr>
        <p:spPr>
          <a:xfrm>
            <a:off x="32729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1" name="Google Shape;271;p32"/>
          <p:cNvSpPr txBox="1"/>
          <p:nvPr>
            <p:ph idx="2" type="body"/>
          </p:nvPr>
        </p:nvSpPr>
        <p:spPr>
          <a:xfrm>
            <a:off x="1806550" y="25581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2" name="Google Shape;272;p32"/>
          <p:cNvSpPr txBox="1"/>
          <p:nvPr>
            <p:ph idx="3" type="body"/>
          </p:nvPr>
        </p:nvSpPr>
        <p:spPr>
          <a:xfrm>
            <a:off x="335425" y="1201925"/>
            <a:ext cx="1149900" cy="5028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3" name="Google Shape;273;p32"/>
          <p:cNvSpPr txBox="1"/>
          <p:nvPr>
            <p:ph idx="4" type="body"/>
          </p:nvPr>
        </p:nvSpPr>
        <p:spPr>
          <a:xfrm>
            <a:off x="4721725" y="12297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4" name="Google Shape;274;p32"/>
          <p:cNvSpPr txBox="1"/>
          <p:nvPr>
            <p:ph idx="5" type="body"/>
          </p:nvPr>
        </p:nvSpPr>
        <p:spPr>
          <a:xfrm>
            <a:off x="6193925" y="2623525"/>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75" name="Google Shape;275;p32"/>
          <p:cNvSpPr txBox="1"/>
          <p:nvPr>
            <p:ph idx="6" type="subTitle"/>
          </p:nvPr>
        </p:nvSpPr>
        <p:spPr>
          <a:xfrm>
            <a:off x="32730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6" name="Google Shape;276;p32"/>
          <p:cNvSpPr txBox="1"/>
          <p:nvPr>
            <p:ph idx="7" type="subTitle"/>
          </p:nvPr>
        </p:nvSpPr>
        <p:spPr>
          <a:xfrm>
            <a:off x="1806638" y="32699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7" name="Google Shape;277;p32"/>
          <p:cNvSpPr txBox="1"/>
          <p:nvPr>
            <p:ph idx="8" type="subTitle"/>
          </p:nvPr>
        </p:nvSpPr>
        <p:spPr>
          <a:xfrm>
            <a:off x="335513" y="19137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8" name="Google Shape;278;p32"/>
          <p:cNvSpPr txBox="1"/>
          <p:nvPr>
            <p:ph idx="9" type="subTitle"/>
          </p:nvPr>
        </p:nvSpPr>
        <p:spPr>
          <a:xfrm>
            <a:off x="4721813" y="19415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79" name="Google Shape;279;p32"/>
          <p:cNvSpPr txBox="1"/>
          <p:nvPr>
            <p:ph idx="13" type="subTitle"/>
          </p:nvPr>
        </p:nvSpPr>
        <p:spPr>
          <a:xfrm>
            <a:off x="6194013" y="3335375"/>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80" name="Google Shape;280;p32"/>
          <p:cNvSpPr txBox="1"/>
          <p:nvPr>
            <p:ph idx="14" type="subTitle"/>
          </p:nvPr>
        </p:nvSpPr>
        <p:spPr>
          <a:xfrm>
            <a:off x="7658713" y="4312650"/>
            <a:ext cx="1149900" cy="431700"/>
          </a:xfrm>
          <a:prstGeom prst="rect">
            <a:avLst/>
          </a:prstGeom>
        </p:spPr>
        <p:txBody>
          <a:bodyPr anchorCtr="0" anchor="b" bIns="0" lIns="0" spcFirstLastPara="1" rIns="0" wrap="square" tIns="0">
            <a:noAutofit/>
          </a:bodyPr>
          <a:lstStyle>
            <a:lvl1pPr lvl="0">
              <a:lnSpc>
                <a:spcPct val="95000"/>
              </a:lnSpc>
              <a:spcBef>
                <a:spcPts val="0"/>
              </a:spcBef>
              <a:spcAft>
                <a:spcPts val="0"/>
              </a:spcAft>
              <a:buNone/>
              <a:defRPr sz="1200"/>
            </a:lvl1pPr>
            <a:lvl2pPr lvl="1">
              <a:lnSpc>
                <a:spcPct val="95000"/>
              </a:lnSpc>
              <a:spcBef>
                <a:spcPts val="0"/>
              </a:spcBef>
              <a:spcAft>
                <a:spcPts val="0"/>
              </a:spcAft>
              <a:buNone/>
              <a:defRPr sz="1200"/>
            </a:lvl2pPr>
            <a:lvl3pPr lvl="2">
              <a:lnSpc>
                <a:spcPct val="95000"/>
              </a:lnSpc>
              <a:spcBef>
                <a:spcPts val="0"/>
              </a:spcBef>
              <a:spcAft>
                <a:spcPts val="0"/>
              </a:spcAft>
              <a:buNone/>
              <a:defRPr sz="1200"/>
            </a:lvl3pPr>
            <a:lvl4pPr lvl="3">
              <a:lnSpc>
                <a:spcPct val="95000"/>
              </a:lnSpc>
              <a:spcBef>
                <a:spcPts val="0"/>
              </a:spcBef>
              <a:spcAft>
                <a:spcPts val="0"/>
              </a:spcAft>
              <a:buNone/>
              <a:defRPr sz="1200"/>
            </a:lvl4pPr>
            <a:lvl5pPr lvl="4">
              <a:lnSpc>
                <a:spcPct val="95000"/>
              </a:lnSpc>
              <a:spcBef>
                <a:spcPts val="0"/>
              </a:spcBef>
              <a:spcAft>
                <a:spcPts val="0"/>
              </a:spcAft>
              <a:buNone/>
              <a:defRPr sz="1200"/>
            </a:lvl5pPr>
            <a:lvl6pPr lvl="5">
              <a:lnSpc>
                <a:spcPct val="95000"/>
              </a:lnSpc>
              <a:spcBef>
                <a:spcPts val="0"/>
              </a:spcBef>
              <a:spcAft>
                <a:spcPts val="0"/>
              </a:spcAft>
              <a:buNone/>
              <a:defRPr sz="1200"/>
            </a:lvl6pPr>
            <a:lvl7pPr lvl="6">
              <a:lnSpc>
                <a:spcPct val="95000"/>
              </a:lnSpc>
              <a:spcBef>
                <a:spcPts val="0"/>
              </a:spcBef>
              <a:spcAft>
                <a:spcPts val="0"/>
              </a:spcAft>
              <a:buNone/>
              <a:defRPr sz="1200"/>
            </a:lvl7pPr>
            <a:lvl8pPr lvl="7">
              <a:lnSpc>
                <a:spcPct val="95000"/>
              </a:lnSpc>
              <a:spcBef>
                <a:spcPts val="0"/>
              </a:spcBef>
              <a:spcAft>
                <a:spcPts val="0"/>
              </a:spcAft>
              <a:buNone/>
              <a:defRPr sz="1200"/>
            </a:lvl8pPr>
            <a:lvl9pPr lvl="8">
              <a:lnSpc>
                <a:spcPct val="95000"/>
              </a:lnSpc>
              <a:spcBef>
                <a:spcPts val="0"/>
              </a:spcBef>
              <a:spcAft>
                <a:spcPts val="0"/>
              </a:spcAft>
              <a:buNone/>
              <a:defRPr sz="1200"/>
            </a:lvl9pPr>
          </a:lstStyle>
          <a:p/>
        </p:txBody>
      </p:sp>
      <p:sp>
        <p:nvSpPr>
          <p:cNvPr id="281" name="Google Shape;281;p32"/>
          <p:cNvSpPr txBox="1"/>
          <p:nvPr>
            <p:ph idx="15" type="body"/>
          </p:nvPr>
        </p:nvSpPr>
        <p:spPr>
          <a:xfrm>
            <a:off x="7658625" y="3600800"/>
            <a:ext cx="1149900" cy="504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82" name="Google Shape;282;p32"/>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83" name="Google Shape;283;p32"/>
          <p:cNvSpPr txBox="1"/>
          <p:nvPr>
            <p:ph idx="16"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84" name="Google Shape;284;p32"/>
          <p:cNvSpPr txBox="1"/>
          <p:nvPr>
            <p:ph idx="17"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285" name="Shape 285"/>
        <p:cNvGrpSpPr/>
        <p:nvPr/>
      </p:nvGrpSpPr>
      <p:grpSpPr>
        <a:xfrm>
          <a:off x="0" y="0"/>
          <a:ext cx="0" cy="0"/>
          <a:chOff x="0" y="0"/>
          <a:chExt cx="0" cy="0"/>
        </a:xfrm>
      </p:grpSpPr>
      <p:sp>
        <p:nvSpPr>
          <p:cNvPr id="286" name="Google Shape;286;p33"/>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87" name="Google Shape;287;p33"/>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Jost"/>
              <a:ea typeface="Jost"/>
              <a:cs typeface="Jost"/>
              <a:sym typeface="Jost"/>
            </a:endParaRPr>
          </a:p>
        </p:txBody>
      </p:sp>
      <p:sp>
        <p:nvSpPr>
          <p:cNvPr id="288" name="Google Shape;288;p33"/>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700"/>
              <a:buFont typeface="Figtree"/>
              <a:buNone/>
              <a:defRPr sz="700"/>
            </a:lvl2pPr>
            <a:lvl3pPr lvl="2">
              <a:spcBef>
                <a:spcPts val="0"/>
              </a:spcBef>
              <a:spcAft>
                <a:spcPts val="0"/>
              </a:spcAft>
              <a:buSzPts val="700"/>
              <a:buFont typeface="Figtree"/>
              <a:buNone/>
              <a:defRPr sz="700"/>
            </a:lvl3pPr>
            <a:lvl4pPr lvl="3">
              <a:spcBef>
                <a:spcPts val="0"/>
              </a:spcBef>
              <a:spcAft>
                <a:spcPts val="0"/>
              </a:spcAft>
              <a:buSzPts val="700"/>
              <a:buFont typeface="Figtree"/>
              <a:buNone/>
              <a:defRPr sz="700"/>
            </a:lvl4pPr>
            <a:lvl5pPr lvl="4">
              <a:spcBef>
                <a:spcPts val="0"/>
              </a:spcBef>
              <a:spcAft>
                <a:spcPts val="0"/>
              </a:spcAft>
              <a:buSzPts val="700"/>
              <a:buFont typeface="Figtree"/>
              <a:buNone/>
              <a:defRPr sz="700"/>
            </a:lvl5pPr>
            <a:lvl6pPr lvl="5">
              <a:spcBef>
                <a:spcPts val="0"/>
              </a:spcBef>
              <a:spcAft>
                <a:spcPts val="0"/>
              </a:spcAft>
              <a:buSzPts val="700"/>
              <a:buFont typeface="Figtree"/>
              <a:buNone/>
              <a:defRPr sz="700"/>
            </a:lvl6pPr>
            <a:lvl7pPr lvl="6">
              <a:spcBef>
                <a:spcPts val="0"/>
              </a:spcBef>
              <a:spcAft>
                <a:spcPts val="0"/>
              </a:spcAft>
              <a:buSzPts val="700"/>
              <a:buFont typeface="Figtree"/>
              <a:buNone/>
              <a:defRPr sz="700"/>
            </a:lvl7pPr>
            <a:lvl8pPr lvl="7">
              <a:spcBef>
                <a:spcPts val="0"/>
              </a:spcBef>
              <a:spcAft>
                <a:spcPts val="0"/>
              </a:spcAft>
              <a:buSzPts val="700"/>
              <a:buFont typeface="Figtree"/>
              <a:buNone/>
              <a:defRPr sz="700"/>
            </a:lvl8pPr>
            <a:lvl9pPr lvl="8">
              <a:spcBef>
                <a:spcPts val="0"/>
              </a:spcBef>
              <a:spcAft>
                <a:spcPts val="0"/>
              </a:spcAft>
              <a:buSzPts val="700"/>
              <a:buFont typeface="Figtree"/>
              <a:buNone/>
              <a:defRPr sz="700"/>
            </a:lvl9pPr>
          </a:lstStyle>
          <a:p/>
        </p:txBody>
      </p:sp>
      <p:sp>
        <p:nvSpPr>
          <p:cNvPr id="289" name="Google Shape;289;p33"/>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290" name="Google Shape;290;p33"/>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91" name="Google Shape;291;p33"/>
          <p:cNvSpPr txBox="1"/>
          <p:nvPr>
            <p:ph idx="1" type="subTitle"/>
          </p:nvPr>
        </p:nvSpPr>
        <p:spPr>
          <a:xfrm>
            <a:off x="4866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2" name="Google Shape;292;p33"/>
          <p:cNvSpPr txBox="1"/>
          <p:nvPr>
            <p:ph idx="4" type="body"/>
          </p:nvPr>
        </p:nvSpPr>
        <p:spPr>
          <a:xfrm>
            <a:off x="4866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93" name="Google Shape;293;p33"/>
          <p:cNvSpPr txBox="1"/>
          <p:nvPr>
            <p:ph idx="5" type="subTitle"/>
          </p:nvPr>
        </p:nvSpPr>
        <p:spPr>
          <a:xfrm>
            <a:off x="3431225" y="166807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4" name="Google Shape;294;p33"/>
          <p:cNvSpPr txBox="1"/>
          <p:nvPr>
            <p:ph idx="6" type="body"/>
          </p:nvPr>
        </p:nvSpPr>
        <p:spPr>
          <a:xfrm>
            <a:off x="3431250" y="198448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295" name="Google Shape;295;p33"/>
          <p:cNvSpPr txBox="1"/>
          <p:nvPr>
            <p:ph idx="7" type="subTitle"/>
          </p:nvPr>
        </p:nvSpPr>
        <p:spPr>
          <a:xfrm>
            <a:off x="6375825" y="1307025"/>
            <a:ext cx="2281500" cy="207600"/>
          </a:xfrm>
          <a:prstGeom prst="rect">
            <a:avLst/>
          </a:prstGeom>
        </p:spPr>
        <p:txBody>
          <a:bodyPr anchorCtr="0" anchor="t" bIns="0" lIns="0" spcFirstLastPara="1" rIns="0" wrap="square" tIns="0">
            <a:noAutofit/>
          </a:bodyPr>
          <a:lstStyle>
            <a:lvl1pPr lvl="0">
              <a:lnSpc>
                <a:spcPct val="95000"/>
              </a:lnSpc>
              <a:spcBef>
                <a:spcPts val="0"/>
              </a:spcBef>
              <a:spcAft>
                <a:spcPts val="0"/>
              </a:spcAft>
              <a:buNone/>
              <a:defRPr/>
            </a:lvl1pPr>
            <a:lvl2pPr lvl="1">
              <a:lnSpc>
                <a:spcPct val="95000"/>
              </a:lnSpc>
              <a:spcBef>
                <a:spcPts val="0"/>
              </a:spcBef>
              <a:spcAft>
                <a:spcPts val="0"/>
              </a:spcAft>
              <a:buNone/>
              <a:defRPr/>
            </a:lvl2pPr>
            <a:lvl3pPr lvl="2">
              <a:lnSpc>
                <a:spcPct val="95000"/>
              </a:lnSpc>
              <a:spcBef>
                <a:spcPts val="0"/>
              </a:spcBef>
              <a:spcAft>
                <a:spcPts val="0"/>
              </a:spcAft>
              <a:buNone/>
              <a:defRPr/>
            </a:lvl3pPr>
            <a:lvl4pPr lvl="3">
              <a:lnSpc>
                <a:spcPct val="95000"/>
              </a:lnSpc>
              <a:spcBef>
                <a:spcPts val="0"/>
              </a:spcBef>
              <a:spcAft>
                <a:spcPts val="0"/>
              </a:spcAft>
              <a:buNone/>
              <a:defRPr/>
            </a:lvl4pPr>
            <a:lvl5pPr lvl="4">
              <a:lnSpc>
                <a:spcPct val="95000"/>
              </a:lnSpc>
              <a:spcBef>
                <a:spcPts val="0"/>
              </a:spcBef>
              <a:spcAft>
                <a:spcPts val="0"/>
              </a:spcAft>
              <a:buNone/>
              <a:defRPr/>
            </a:lvl5pPr>
            <a:lvl6pPr lvl="5">
              <a:lnSpc>
                <a:spcPct val="95000"/>
              </a:lnSpc>
              <a:spcBef>
                <a:spcPts val="0"/>
              </a:spcBef>
              <a:spcAft>
                <a:spcPts val="0"/>
              </a:spcAft>
              <a:buNone/>
              <a:defRPr/>
            </a:lvl6pPr>
            <a:lvl7pPr lvl="6">
              <a:lnSpc>
                <a:spcPct val="95000"/>
              </a:lnSpc>
              <a:spcBef>
                <a:spcPts val="0"/>
              </a:spcBef>
              <a:spcAft>
                <a:spcPts val="0"/>
              </a:spcAft>
              <a:buNone/>
              <a:defRPr/>
            </a:lvl7pPr>
            <a:lvl8pPr lvl="7">
              <a:lnSpc>
                <a:spcPct val="95000"/>
              </a:lnSpc>
              <a:spcBef>
                <a:spcPts val="0"/>
              </a:spcBef>
              <a:spcAft>
                <a:spcPts val="0"/>
              </a:spcAft>
              <a:buNone/>
              <a:defRPr/>
            </a:lvl8pPr>
            <a:lvl9pPr lvl="8">
              <a:lnSpc>
                <a:spcPct val="95000"/>
              </a:lnSpc>
              <a:spcBef>
                <a:spcPts val="0"/>
              </a:spcBef>
              <a:spcAft>
                <a:spcPts val="0"/>
              </a:spcAft>
              <a:buNone/>
              <a:defRPr/>
            </a:lvl9pPr>
          </a:lstStyle>
          <a:p/>
        </p:txBody>
      </p:sp>
      <p:sp>
        <p:nvSpPr>
          <p:cNvPr id="296" name="Google Shape;296;p33"/>
          <p:cNvSpPr txBox="1"/>
          <p:nvPr>
            <p:ph idx="8" type="body"/>
          </p:nvPr>
        </p:nvSpPr>
        <p:spPr>
          <a:xfrm>
            <a:off x="6375850" y="1623430"/>
            <a:ext cx="2281500" cy="714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297" name="Shape 297"/>
        <p:cNvGrpSpPr/>
        <p:nvPr/>
      </p:nvGrpSpPr>
      <p:grpSpPr>
        <a:xfrm>
          <a:off x="0" y="0"/>
          <a:ext cx="0" cy="0"/>
          <a:chOff x="0" y="0"/>
          <a:chExt cx="0" cy="0"/>
        </a:xfrm>
      </p:grpSpPr>
      <p:sp>
        <p:nvSpPr>
          <p:cNvPr id="298" name="Google Shape;298;p34"/>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299" name="Google Shape;299;p34"/>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0" name="Google Shape;300;p34"/>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01" name="Google Shape;301;p34"/>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02" name="Google Shape;302;p34"/>
          <p:cNvSpPr txBox="1"/>
          <p:nvPr>
            <p:ph idx="1" type="body"/>
          </p:nvPr>
        </p:nvSpPr>
        <p:spPr>
          <a:xfrm>
            <a:off x="230075" y="990150"/>
            <a:ext cx="3612900" cy="353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Jost"/>
              <a:buChar char="●"/>
              <a:defRPr sz="1000"/>
            </a:lvl1pPr>
            <a:lvl2pPr indent="-292100" lvl="1" marL="914400">
              <a:spcBef>
                <a:spcPts val="0"/>
              </a:spcBef>
              <a:spcAft>
                <a:spcPts val="0"/>
              </a:spcAft>
              <a:buClr>
                <a:schemeClr val="dk1"/>
              </a:buClr>
              <a:buSzPts val="1000"/>
              <a:buFont typeface="Jost"/>
              <a:buChar char="○"/>
              <a:defRPr sz="1000"/>
            </a:lvl2pPr>
            <a:lvl3pPr indent="-292100" lvl="2" marL="1371600">
              <a:spcBef>
                <a:spcPts val="0"/>
              </a:spcBef>
              <a:spcAft>
                <a:spcPts val="0"/>
              </a:spcAft>
              <a:buClr>
                <a:schemeClr val="dk1"/>
              </a:buClr>
              <a:buSzPts val="1000"/>
              <a:buFont typeface="Jost"/>
              <a:buChar char="■"/>
              <a:defRPr sz="1000"/>
            </a:lvl3pPr>
            <a:lvl4pPr indent="-292100" lvl="3" marL="1828800">
              <a:spcBef>
                <a:spcPts val="0"/>
              </a:spcBef>
              <a:spcAft>
                <a:spcPts val="0"/>
              </a:spcAft>
              <a:buClr>
                <a:schemeClr val="dk1"/>
              </a:buClr>
              <a:buSzPts val="1000"/>
              <a:buFont typeface="Jost"/>
              <a:buChar char="●"/>
              <a:defRPr sz="1000"/>
            </a:lvl4pPr>
            <a:lvl5pPr indent="-292100" lvl="4" marL="2286000">
              <a:spcBef>
                <a:spcPts val="0"/>
              </a:spcBef>
              <a:spcAft>
                <a:spcPts val="0"/>
              </a:spcAft>
              <a:buClr>
                <a:schemeClr val="dk1"/>
              </a:buClr>
              <a:buSzPts val="1000"/>
              <a:buFont typeface="Jost"/>
              <a:buChar char="○"/>
              <a:defRPr sz="1000"/>
            </a:lvl5pPr>
            <a:lvl6pPr indent="-292100" lvl="5" marL="2743200">
              <a:spcBef>
                <a:spcPts val="0"/>
              </a:spcBef>
              <a:spcAft>
                <a:spcPts val="0"/>
              </a:spcAft>
              <a:buClr>
                <a:schemeClr val="dk1"/>
              </a:buClr>
              <a:buSzPts val="1000"/>
              <a:buFont typeface="Jost"/>
              <a:buChar char="■"/>
              <a:defRPr sz="1000"/>
            </a:lvl6pPr>
            <a:lvl7pPr indent="-292100" lvl="6" marL="3200400">
              <a:spcBef>
                <a:spcPts val="0"/>
              </a:spcBef>
              <a:spcAft>
                <a:spcPts val="0"/>
              </a:spcAft>
              <a:buClr>
                <a:schemeClr val="dk1"/>
              </a:buClr>
              <a:buSzPts val="1000"/>
              <a:buFont typeface="Jost"/>
              <a:buChar char="●"/>
              <a:defRPr sz="1000"/>
            </a:lvl7pPr>
            <a:lvl8pPr indent="-292100" lvl="7" marL="3657600">
              <a:spcBef>
                <a:spcPts val="0"/>
              </a:spcBef>
              <a:spcAft>
                <a:spcPts val="0"/>
              </a:spcAft>
              <a:buClr>
                <a:schemeClr val="dk1"/>
              </a:buClr>
              <a:buSzPts val="1000"/>
              <a:buFont typeface="Jost"/>
              <a:buChar char="○"/>
              <a:defRPr sz="1000"/>
            </a:lvl8pPr>
            <a:lvl9pPr indent="-292100" lvl="8" marL="4114800">
              <a:spcBef>
                <a:spcPts val="0"/>
              </a:spcBef>
              <a:spcAft>
                <a:spcPts val="0"/>
              </a:spcAft>
              <a:buClr>
                <a:schemeClr val="dk1"/>
              </a:buClr>
              <a:buSzPts val="1000"/>
              <a:buFont typeface="Jost"/>
              <a:buChar char="■"/>
              <a:defRPr sz="1000"/>
            </a:lvl9pPr>
          </a:lstStyle>
          <a:p/>
        </p:txBody>
      </p:sp>
      <p:sp>
        <p:nvSpPr>
          <p:cNvPr id="303" name="Google Shape;303;p34"/>
          <p:cNvSpPr txBox="1"/>
          <p:nvPr>
            <p:ph idx="4" type="subTitle"/>
          </p:nvPr>
        </p:nvSpPr>
        <p:spPr>
          <a:xfrm>
            <a:off x="228600"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4" name="Google Shape;304;p34"/>
          <p:cNvSpPr txBox="1"/>
          <p:nvPr>
            <p:ph idx="5" type="subTitle"/>
          </p:nvPr>
        </p:nvSpPr>
        <p:spPr>
          <a:xfrm>
            <a:off x="230075"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5" name="Google Shape;305;p34"/>
          <p:cNvSpPr txBox="1"/>
          <p:nvPr>
            <p:ph idx="6" type="subTitle"/>
          </p:nvPr>
        </p:nvSpPr>
        <p:spPr>
          <a:xfrm>
            <a:off x="1983338"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6" name="Google Shape;306;p34"/>
          <p:cNvSpPr txBox="1"/>
          <p:nvPr>
            <p:ph idx="7" type="subTitle"/>
          </p:nvPr>
        </p:nvSpPr>
        <p:spPr>
          <a:xfrm>
            <a:off x="1984813"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7" name="Google Shape;307;p34"/>
          <p:cNvSpPr txBox="1"/>
          <p:nvPr>
            <p:ph idx="8" type="subTitle"/>
          </p:nvPr>
        </p:nvSpPr>
        <p:spPr>
          <a:xfrm>
            <a:off x="3739563" y="4156375"/>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08" name="Google Shape;308;p34"/>
          <p:cNvSpPr txBox="1"/>
          <p:nvPr>
            <p:ph idx="9" type="subTitle"/>
          </p:nvPr>
        </p:nvSpPr>
        <p:spPr>
          <a:xfrm>
            <a:off x="3741038" y="3582936"/>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09" name="Google Shape;309;p34"/>
          <p:cNvSpPr txBox="1"/>
          <p:nvPr>
            <p:ph idx="13" type="subTitle"/>
          </p:nvPr>
        </p:nvSpPr>
        <p:spPr>
          <a:xfrm>
            <a:off x="228600" y="3211175"/>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
        <p:nvSpPr>
          <p:cNvPr id="310" name="Google Shape;310;p34"/>
          <p:cNvSpPr txBox="1"/>
          <p:nvPr>
            <p:ph idx="14" type="subTitle"/>
          </p:nvPr>
        </p:nvSpPr>
        <p:spPr>
          <a:xfrm>
            <a:off x="228600"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1" name="Google Shape;311;p34"/>
          <p:cNvSpPr txBox="1"/>
          <p:nvPr>
            <p:ph idx="15" type="subTitle"/>
          </p:nvPr>
        </p:nvSpPr>
        <p:spPr>
          <a:xfrm>
            <a:off x="230075"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2" name="Google Shape;312;p34"/>
          <p:cNvSpPr txBox="1"/>
          <p:nvPr>
            <p:ph idx="16" type="subTitle"/>
          </p:nvPr>
        </p:nvSpPr>
        <p:spPr>
          <a:xfrm>
            <a:off x="1983338"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3" name="Google Shape;313;p34"/>
          <p:cNvSpPr txBox="1"/>
          <p:nvPr>
            <p:ph idx="17" type="subTitle"/>
          </p:nvPr>
        </p:nvSpPr>
        <p:spPr>
          <a:xfrm>
            <a:off x="1984813"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4" name="Google Shape;314;p34"/>
          <p:cNvSpPr txBox="1"/>
          <p:nvPr>
            <p:ph idx="18" type="subTitle"/>
          </p:nvPr>
        </p:nvSpPr>
        <p:spPr>
          <a:xfrm>
            <a:off x="3739563" y="2663863"/>
            <a:ext cx="1252800" cy="1722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315" name="Google Shape;315;p34"/>
          <p:cNvSpPr txBox="1"/>
          <p:nvPr>
            <p:ph idx="19" type="subTitle"/>
          </p:nvPr>
        </p:nvSpPr>
        <p:spPr>
          <a:xfrm>
            <a:off x="3741038" y="2090424"/>
            <a:ext cx="1252800" cy="424800"/>
          </a:xfrm>
          <a:prstGeom prst="rect">
            <a:avLst/>
          </a:prstGeom>
        </p:spPr>
        <p:txBody>
          <a:bodyPr anchorCtr="0" anchor="t" bIns="0" lIns="0" spcFirstLastPara="1" rIns="0" wrap="square" tIns="0">
            <a:noAutofit/>
          </a:bodyPr>
          <a:lstStyle>
            <a:lvl1pPr lvl="0">
              <a:spcBef>
                <a:spcPts val="0"/>
              </a:spcBef>
              <a:spcAft>
                <a:spcPts val="0"/>
              </a:spcAft>
              <a:buNone/>
              <a:defRPr sz="3600">
                <a:solidFill>
                  <a:schemeClr val="lt2"/>
                </a:solidFill>
                <a:latin typeface="Jost"/>
                <a:ea typeface="Jost"/>
                <a:cs typeface="Jost"/>
                <a:sym typeface="Jost"/>
              </a:defRPr>
            </a:lvl1pPr>
            <a:lvl2pPr lvl="1">
              <a:spcBef>
                <a:spcPts val="0"/>
              </a:spcBef>
              <a:spcAft>
                <a:spcPts val="0"/>
              </a:spcAft>
              <a:buNone/>
              <a:defRPr sz="3600">
                <a:solidFill>
                  <a:schemeClr val="lt2"/>
                </a:solidFill>
                <a:latin typeface="Jost"/>
                <a:ea typeface="Jost"/>
                <a:cs typeface="Jost"/>
                <a:sym typeface="Jost"/>
              </a:defRPr>
            </a:lvl2pPr>
            <a:lvl3pPr lvl="2">
              <a:spcBef>
                <a:spcPts val="0"/>
              </a:spcBef>
              <a:spcAft>
                <a:spcPts val="0"/>
              </a:spcAft>
              <a:buNone/>
              <a:defRPr sz="3600">
                <a:solidFill>
                  <a:schemeClr val="lt2"/>
                </a:solidFill>
                <a:latin typeface="Jost"/>
                <a:ea typeface="Jost"/>
                <a:cs typeface="Jost"/>
                <a:sym typeface="Jost"/>
              </a:defRPr>
            </a:lvl3pPr>
            <a:lvl4pPr lvl="3">
              <a:spcBef>
                <a:spcPts val="0"/>
              </a:spcBef>
              <a:spcAft>
                <a:spcPts val="0"/>
              </a:spcAft>
              <a:buNone/>
              <a:defRPr sz="3600">
                <a:solidFill>
                  <a:schemeClr val="lt2"/>
                </a:solidFill>
                <a:latin typeface="Jost"/>
                <a:ea typeface="Jost"/>
                <a:cs typeface="Jost"/>
                <a:sym typeface="Jost"/>
              </a:defRPr>
            </a:lvl4pPr>
            <a:lvl5pPr lvl="4">
              <a:spcBef>
                <a:spcPts val="0"/>
              </a:spcBef>
              <a:spcAft>
                <a:spcPts val="0"/>
              </a:spcAft>
              <a:buNone/>
              <a:defRPr sz="3600">
                <a:solidFill>
                  <a:schemeClr val="lt2"/>
                </a:solidFill>
                <a:latin typeface="Jost"/>
                <a:ea typeface="Jost"/>
                <a:cs typeface="Jost"/>
                <a:sym typeface="Jost"/>
              </a:defRPr>
            </a:lvl5pPr>
            <a:lvl6pPr lvl="5">
              <a:spcBef>
                <a:spcPts val="0"/>
              </a:spcBef>
              <a:spcAft>
                <a:spcPts val="0"/>
              </a:spcAft>
              <a:buNone/>
              <a:defRPr sz="3600">
                <a:solidFill>
                  <a:schemeClr val="lt2"/>
                </a:solidFill>
                <a:latin typeface="Jost"/>
                <a:ea typeface="Jost"/>
                <a:cs typeface="Jost"/>
                <a:sym typeface="Jost"/>
              </a:defRPr>
            </a:lvl6pPr>
            <a:lvl7pPr lvl="6">
              <a:spcBef>
                <a:spcPts val="0"/>
              </a:spcBef>
              <a:spcAft>
                <a:spcPts val="0"/>
              </a:spcAft>
              <a:buNone/>
              <a:defRPr sz="3600">
                <a:solidFill>
                  <a:schemeClr val="lt2"/>
                </a:solidFill>
                <a:latin typeface="Jost"/>
                <a:ea typeface="Jost"/>
                <a:cs typeface="Jost"/>
                <a:sym typeface="Jost"/>
              </a:defRPr>
            </a:lvl7pPr>
            <a:lvl8pPr lvl="7">
              <a:spcBef>
                <a:spcPts val="0"/>
              </a:spcBef>
              <a:spcAft>
                <a:spcPts val="0"/>
              </a:spcAft>
              <a:buNone/>
              <a:defRPr sz="3600">
                <a:solidFill>
                  <a:schemeClr val="lt2"/>
                </a:solidFill>
                <a:latin typeface="Jost"/>
                <a:ea typeface="Jost"/>
                <a:cs typeface="Jost"/>
                <a:sym typeface="Jost"/>
              </a:defRPr>
            </a:lvl8pPr>
            <a:lvl9pPr lvl="8">
              <a:spcBef>
                <a:spcPts val="0"/>
              </a:spcBef>
              <a:spcAft>
                <a:spcPts val="0"/>
              </a:spcAft>
              <a:buNone/>
              <a:defRPr sz="3600">
                <a:solidFill>
                  <a:schemeClr val="lt2"/>
                </a:solidFill>
                <a:latin typeface="Jost"/>
                <a:ea typeface="Jost"/>
                <a:cs typeface="Jost"/>
                <a:sym typeface="Jost"/>
              </a:defRPr>
            </a:lvl9pPr>
          </a:lstStyle>
          <a:p/>
        </p:txBody>
      </p:sp>
      <p:sp>
        <p:nvSpPr>
          <p:cNvPr id="316" name="Google Shape;316;p34"/>
          <p:cNvSpPr txBox="1"/>
          <p:nvPr>
            <p:ph idx="20" type="subTitle"/>
          </p:nvPr>
        </p:nvSpPr>
        <p:spPr>
          <a:xfrm>
            <a:off x="228600" y="1718663"/>
            <a:ext cx="3130200" cy="303900"/>
          </a:xfrm>
          <a:prstGeom prst="rect">
            <a:avLst/>
          </a:prstGeom>
        </p:spPr>
        <p:txBody>
          <a:bodyPr anchorCtr="0" anchor="ctr" bIns="0" lIns="0" spcFirstLastPara="1" rIns="0" wrap="square" tIns="0">
            <a:noAutofit/>
          </a:bodyPr>
          <a:lstStyle>
            <a:lvl1pPr lvl="0">
              <a:spcBef>
                <a:spcPts val="0"/>
              </a:spcBef>
              <a:spcAft>
                <a:spcPts val="0"/>
              </a:spcAft>
              <a:buNone/>
              <a:defRPr sz="1600"/>
            </a:lvl1pPr>
            <a:lvl2pPr lvl="1">
              <a:spcBef>
                <a:spcPts val="0"/>
              </a:spcBef>
              <a:spcAft>
                <a:spcPts val="0"/>
              </a:spcAft>
              <a:buNone/>
              <a:defRPr sz="1600"/>
            </a:lvl2pPr>
            <a:lvl3pPr lvl="2">
              <a:spcBef>
                <a:spcPts val="0"/>
              </a:spcBef>
              <a:spcAft>
                <a:spcPts val="0"/>
              </a:spcAft>
              <a:buNone/>
              <a:defRPr sz="1600"/>
            </a:lvl3pPr>
            <a:lvl4pPr lvl="3">
              <a:spcBef>
                <a:spcPts val="0"/>
              </a:spcBef>
              <a:spcAft>
                <a:spcPts val="0"/>
              </a:spcAft>
              <a:buNone/>
              <a:defRPr sz="1600"/>
            </a:lvl4pPr>
            <a:lvl5pPr lvl="4">
              <a:spcBef>
                <a:spcPts val="0"/>
              </a:spcBef>
              <a:spcAft>
                <a:spcPts val="0"/>
              </a:spcAft>
              <a:buNone/>
              <a:defRPr sz="1600"/>
            </a:lvl5pPr>
            <a:lvl6pPr lvl="5">
              <a:spcBef>
                <a:spcPts val="0"/>
              </a:spcBef>
              <a:spcAft>
                <a:spcPts val="0"/>
              </a:spcAft>
              <a:buNone/>
              <a:defRPr sz="1600"/>
            </a:lvl6pPr>
            <a:lvl7pPr lvl="6">
              <a:spcBef>
                <a:spcPts val="0"/>
              </a:spcBef>
              <a:spcAft>
                <a:spcPts val="0"/>
              </a:spcAft>
              <a:buNone/>
              <a:defRPr sz="1600"/>
            </a:lvl7pPr>
            <a:lvl8pPr lvl="7">
              <a:spcBef>
                <a:spcPts val="0"/>
              </a:spcBef>
              <a:spcAft>
                <a:spcPts val="0"/>
              </a:spcAft>
              <a:buNone/>
              <a:defRPr sz="1600"/>
            </a:lvl8pPr>
            <a:lvl9pPr lvl="8">
              <a:spcBef>
                <a:spcPts val="0"/>
              </a:spcBef>
              <a:spcAft>
                <a:spcPts val="0"/>
              </a:spcAft>
              <a:buNone/>
              <a:defRPr sz="16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317" name="Shape 317"/>
        <p:cNvGrpSpPr/>
        <p:nvPr/>
      </p:nvGrpSpPr>
      <p:grpSpPr>
        <a:xfrm>
          <a:off x="0" y="0"/>
          <a:ext cx="0" cy="0"/>
          <a:chOff x="0" y="0"/>
          <a:chExt cx="0" cy="0"/>
        </a:xfrm>
      </p:grpSpPr>
      <p:sp>
        <p:nvSpPr>
          <p:cNvPr id="318" name="Google Shape;318;p35"/>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19" name="Google Shape;319;p35"/>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20" name="Google Shape;320;p35"/>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21" name="Google Shape;321;p35"/>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2" name="Google Shape;322;p35"/>
          <p:cNvSpPr txBox="1"/>
          <p:nvPr>
            <p:ph idx="4" type="subTitle"/>
          </p:nvPr>
        </p:nvSpPr>
        <p:spPr>
          <a:xfrm>
            <a:off x="419070"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3" name="Google Shape;323;p35"/>
          <p:cNvSpPr txBox="1"/>
          <p:nvPr>
            <p:ph idx="5" type="subTitle"/>
          </p:nvPr>
        </p:nvSpPr>
        <p:spPr>
          <a:xfrm>
            <a:off x="419075"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4" name="Google Shape;324;p35"/>
          <p:cNvSpPr txBox="1"/>
          <p:nvPr>
            <p:ph idx="6" type="subTitle"/>
          </p:nvPr>
        </p:nvSpPr>
        <p:spPr>
          <a:xfrm>
            <a:off x="419076"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5" name="Google Shape;325;p35"/>
          <p:cNvSpPr txBox="1"/>
          <p:nvPr>
            <p:ph idx="7" type="subTitle"/>
          </p:nvPr>
        </p:nvSpPr>
        <p:spPr>
          <a:xfrm>
            <a:off x="26244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6" name="Google Shape;326;p35"/>
          <p:cNvSpPr txBox="1"/>
          <p:nvPr>
            <p:ph idx="8" type="subTitle"/>
          </p:nvPr>
        </p:nvSpPr>
        <p:spPr>
          <a:xfrm>
            <a:off x="26244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27" name="Google Shape;327;p35"/>
          <p:cNvSpPr txBox="1"/>
          <p:nvPr>
            <p:ph idx="9" type="subTitle"/>
          </p:nvPr>
        </p:nvSpPr>
        <p:spPr>
          <a:xfrm>
            <a:off x="26244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28" name="Google Shape;328;p35"/>
          <p:cNvSpPr txBox="1"/>
          <p:nvPr>
            <p:ph idx="13" type="subTitle"/>
          </p:nvPr>
        </p:nvSpPr>
        <p:spPr>
          <a:xfrm>
            <a:off x="4815495"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29" name="Google Shape;329;p35"/>
          <p:cNvSpPr txBox="1"/>
          <p:nvPr>
            <p:ph idx="14" type="subTitle"/>
          </p:nvPr>
        </p:nvSpPr>
        <p:spPr>
          <a:xfrm>
            <a:off x="4815500"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30" name="Google Shape;330;p35"/>
          <p:cNvSpPr txBox="1"/>
          <p:nvPr>
            <p:ph idx="15" type="subTitle"/>
          </p:nvPr>
        </p:nvSpPr>
        <p:spPr>
          <a:xfrm>
            <a:off x="4815501"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31" name="Google Shape;331;p35"/>
          <p:cNvSpPr txBox="1"/>
          <p:nvPr>
            <p:ph idx="16" type="subTitle"/>
          </p:nvPr>
        </p:nvSpPr>
        <p:spPr>
          <a:xfrm>
            <a:off x="7006607" y="2462250"/>
            <a:ext cx="1693800" cy="219000"/>
          </a:xfrm>
          <a:prstGeom prst="rect">
            <a:avLst/>
          </a:prstGeom>
        </p:spPr>
        <p:txBody>
          <a:bodyPr anchorCtr="0" anchor="t" bIns="0" lIns="0" spcFirstLastPara="1" rIns="0" wrap="square" tIns="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332" name="Google Shape;332;p35"/>
          <p:cNvSpPr txBox="1"/>
          <p:nvPr>
            <p:ph idx="17" type="subTitle"/>
          </p:nvPr>
        </p:nvSpPr>
        <p:spPr>
          <a:xfrm>
            <a:off x="7006613" y="2708625"/>
            <a:ext cx="1550700" cy="126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33" name="Google Shape;333;p35"/>
          <p:cNvSpPr txBox="1"/>
          <p:nvPr>
            <p:ph idx="18" type="subTitle"/>
          </p:nvPr>
        </p:nvSpPr>
        <p:spPr>
          <a:xfrm>
            <a:off x="7006613" y="4077075"/>
            <a:ext cx="1693800" cy="219000"/>
          </a:xfrm>
          <a:prstGeom prst="rect">
            <a:avLst/>
          </a:prstGeom>
        </p:spPr>
        <p:txBody>
          <a:bodyPr anchorCtr="0" anchor="b"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334" name="Shape 334"/>
        <p:cNvGrpSpPr/>
        <p:nvPr/>
      </p:nvGrpSpPr>
      <p:grpSpPr>
        <a:xfrm>
          <a:off x="0" y="0"/>
          <a:ext cx="0" cy="0"/>
          <a:chOff x="0" y="0"/>
          <a:chExt cx="0" cy="0"/>
        </a:xfrm>
      </p:grpSpPr>
      <p:sp>
        <p:nvSpPr>
          <p:cNvPr id="335" name="Google Shape;335;p36"/>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36" name="Google Shape;336;p36"/>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37" name="Google Shape;337;p36"/>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8" name="Google Shape;338;p36"/>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39" name="Google Shape;339;p36"/>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340" name="Google Shape;340;p36"/>
          <p:cNvSpPr txBox="1"/>
          <p:nvPr>
            <p:ph idx="1" type="subTitle"/>
          </p:nvPr>
        </p:nvSpPr>
        <p:spPr>
          <a:xfrm>
            <a:off x="3238050"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1" name="Google Shape;341;p36"/>
          <p:cNvSpPr txBox="1"/>
          <p:nvPr>
            <p:ph idx="4" type="subTitle"/>
          </p:nvPr>
        </p:nvSpPr>
        <p:spPr>
          <a:xfrm>
            <a:off x="4056600"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2" name="Google Shape;342;p36"/>
          <p:cNvSpPr txBox="1"/>
          <p:nvPr>
            <p:ph idx="5" type="subTitle"/>
          </p:nvPr>
        </p:nvSpPr>
        <p:spPr>
          <a:xfrm>
            <a:off x="3457950"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43" name="Google Shape;343;p36"/>
          <p:cNvSpPr txBox="1"/>
          <p:nvPr>
            <p:ph idx="6" type="subTitle"/>
          </p:nvPr>
        </p:nvSpPr>
        <p:spPr>
          <a:xfrm>
            <a:off x="803225" y="18179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4" name="Google Shape;344;p36"/>
          <p:cNvSpPr txBox="1"/>
          <p:nvPr>
            <p:ph idx="7" type="subTitle"/>
          </p:nvPr>
        </p:nvSpPr>
        <p:spPr>
          <a:xfrm>
            <a:off x="1621775" y="27017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5" name="Google Shape;345;p36"/>
          <p:cNvSpPr txBox="1"/>
          <p:nvPr>
            <p:ph idx="8" type="subTitle"/>
          </p:nvPr>
        </p:nvSpPr>
        <p:spPr>
          <a:xfrm>
            <a:off x="1023125" y="22466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
        <p:nvSpPr>
          <p:cNvPr id="346" name="Google Shape;346;p36"/>
          <p:cNvSpPr txBox="1"/>
          <p:nvPr>
            <p:ph idx="9" type="subTitle"/>
          </p:nvPr>
        </p:nvSpPr>
        <p:spPr>
          <a:xfrm>
            <a:off x="5672875" y="1804700"/>
            <a:ext cx="26679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lvl1pPr>
            <a:lvl2pPr lvl="1" algn="ctr">
              <a:lnSpc>
                <a:spcPct val="95000"/>
              </a:lnSpc>
              <a:spcBef>
                <a:spcPts val="0"/>
              </a:spcBef>
              <a:spcAft>
                <a:spcPts val="0"/>
              </a:spcAft>
              <a:buNone/>
              <a:defRPr/>
            </a:lvl2pPr>
            <a:lvl3pPr lvl="2" algn="ctr">
              <a:lnSpc>
                <a:spcPct val="95000"/>
              </a:lnSpc>
              <a:spcBef>
                <a:spcPts val="0"/>
              </a:spcBef>
              <a:spcAft>
                <a:spcPts val="0"/>
              </a:spcAft>
              <a:buNone/>
              <a:defRPr/>
            </a:lvl3pPr>
            <a:lvl4pPr lvl="3" algn="ctr">
              <a:lnSpc>
                <a:spcPct val="95000"/>
              </a:lnSpc>
              <a:spcBef>
                <a:spcPts val="0"/>
              </a:spcBef>
              <a:spcAft>
                <a:spcPts val="0"/>
              </a:spcAft>
              <a:buNone/>
              <a:defRPr/>
            </a:lvl4pPr>
            <a:lvl5pPr lvl="4" algn="ctr">
              <a:lnSpc>
                <a:spcPct val="95000"/>
              </a:lnSpc>
              <a:spcBef>
                <a:spcPts val="0"/>
              </a:spcBef>
              <a:spcAft>
                <a:spcPts val="0"/>
              </a:spcAft>
              <a:buNone/>
              <a:defRPr/>
            </a:lvl5pPr>
            <a:lvl6pPr lvl="5" algn="ctr">
              <a:lnSpc>
                <a:spcPct val="95000"/>
              </a:lnSpc>
              <a:spcBef>
                <a:spcPts val="0"/>
              </a:spcBef>
              <a:spcAft>
                <a:spcPts val="0"/>
              </a:spcAft>
              <a:buNone/>
              <a:defRPr/>
            </a:lvl6pPr>
            <a:lvl7pPr lvl="6" algn="ctr">
              <a:lnSpc>
                <a:spcPct val="95000"/>
              </a:lnSpc>
              <a:spcBef>
                <a:spcPts val="0"/>
              </a:spcBef>
              <a:spcAft>
                <a:spcPts val="0"/>
              </a:spcAft>
              <a:buNone/>
              <a:defRPr/>
            </a:lvl7pPr>
            <a:lvl8pPr lvl="7" algn="ctr">
              <a:lnSpc>
                <a:spcPct val="95000"/>
              </a:lnSpc>
              <a:spcBef>
                <a:spcPts val="0"/>
              </a:spcBef>
              <a:spcAft>
                <a:spcPts val="0"/>
              </a:spcAft>
              <a:buNone/>
              <a:defRPr/>
            </a:lvl8pPr>
            <a:lvl9pPr lvl="8" algn="ctr">
              <a:lnSpc>
                <a:spcPct val="95000"/>
              </a:lnSpc>
              <a:spcBef>
                <a:spcPts val="0"/>
              </a:spcBef>
              <a:spcAft>
                <a:spcPts val="0"/>
              </a:spcAft>
              <a:buNone/>
              <a:defRPr/>
            </a:lvl9pPr>
          </a:lstStyle>
          <a:p/>
        </p:txBody>
      </p:sp>
      <p:sp>
        <p:nvSpPr>
          <p:cNvPr id="347" name="Google Shape;347;p36"/>
          <p:cNvSpPr txBox="1"/>
          <p:nvPr>
            <p:ph idx="13" type="subTitle"/>
          </p:nvPr>
        </p:nvSpPr>
        <p:spPr>
          <a:xfrm>
            <a:off x="6491425" y="2688550"/>
            <a:ext cx="11247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3000">
                <a:solidFill>
                  <a:schemeClr val="dk2"/>
                </a:solidFill>
              </a:defRPr>
            </a:lvl1pPr>
            <a:lvl2pPr lvl="1" algn="ctr">
              <a:lnSpc>
                <a:spcPct val="95000"/>
              </a:lnSpc>
              <a:spcBef>
                <a:spcPts val="0"/>
              </a:spcBef>
              <a:spcAft>
                <a:spcPts val="0"/>
              </a:spcAft>
              <a:buNone/>
              <a:defRPr sz="3000">
                <a:solidFill>
                  <a:schemeClr val="dk2"/>
                </a:solidFill>
              </a:defRPr>
            </a:lvl2pPr>
            <a:lvl3pPr lvl="2" algn="ctr">
              <a:lnSpc>
                <a:spcPct val="95000"/>
              </a:lnSpc>
              <a:spcBef>
                <a:spcPts val="0"/>
              </a:spcBef>
              <a:spcAft>
                <a:spcPts val="0"/>
              </a:spcAft>
              <a:buNone/>
              <a:defRPr sz="3000">
                <a:solidFill>
                  <a:schemeClr val="dk2"/>
                </a:solidFill>
              </a:defRPr>
            </a:lvl3pPr>
            <a:lvl4pPr lvl="3" algn="ctr">
              <a:lnSpc>
                <a:spcPct val="95000"/>
              </a:lnSpc>
              <a:spcBef>
                <a:spcPts val="0"/>
              </a:spcBef>
              <a:spcAft>
                <a:spcPts val="0"/>
              </a:spcAft>
              <a:buNone/>
              <a:defRPr sz="3000">
                <a:solidFill>
                  <a:schemeClr val="dk2"/>
                </a:solidFill>
              </a:defRPr>
            </a:lvl4pPr>
            <a:lvl5pPr lvl="4" algn="ctr">
              <a:lnSpc>
                <a:spcPct val="95000"/>
              </a:lnSpc>
              <a:spcBef>
                <a:spcPts val="0"/>
              </a:spcBef>
              <a:spcAft>
                <a:spcPts val="0"/>
              </a:spcAft>
              <a:buNone/>
              <a:defRPr sz="3000">
                <a:solidFill>
                  <a:schemeClr val="dk2"/>
                </a:solidFill>
              </a:defRPr>
            </a:lvl5pPr>
            <a:lvl6pPr lvl="5" algn="ctr">
              <a:lnSpc>
                <a:spcPct val="95000"/>
              </a:lnSpc>
              <a:spcBef>
                <a:spcPts val="0"/>
              </a:spcBef>
              <a:spcAft>
                <a:spcPts val="0"/>
              </a:spcAft>
              <a:buNone/>
              <a:defRPr sz="3000">
                <a:solidFill>
                  <a:schemeClr val="dk2"/>
                </a:solidFill>
              </a:defRPr>
            </a:lvl6pPr>
            <a:lvl7pPr lvl="6" algn="ctr">
              <a:lnSpc>
                <a:spcPct val="95000"/>
              </a:lnSpc>
              <a:spcBef>
                <a:spcPts val="0"/>
              </a:spcBef>
              <a:spcAft>
                <a:spcPts val="0"/>
              </a:spcAft>
              <a:buNone/>
              <a:defRPr sz="3000">
                <a:solidFill>
                  <a:schemeClr val="dk2"/>
                </a:solidFill>
              </a:defRPr>
            </a:lvl7pPr>
            <a:lvl8pPr lvl="7" algn="ctr">
              <a:lnSpc>
                <a:spcPct val="95000"/>
              </a:lnSpc>
              <a:spcBef>
                <a:spcPts val="0"/>
              </a:spcBef>
              <a:spcAft>
                <a:spcPts val="0"/>
              </a:spcAft>
              <a:buNone/>
              <a:defRPr sz="3000">
                <a:solidFill>
                  <a:schemeClr val="dk2"/>
                </a:solidFill>
              </a:defRPr>
            </a:lvl8pPr>
            <a:lvl9pPr lvl="8" algn="ctr">
              <a:lnSpc>
                <a:spcPct val="95000"/>
              </a:lnSpc>
              <a:spcBef>
                <a:spcPts val="0"/>
              </a:spcBef>
              <a:spcAft>
                <a:spcPts val="0"/>
              </a:spcAft>
              <a:buNone/>
              <a:defRPr sz="3000">
                <a:solidFill>
                  <a:schemeClr val="dk2"/>
                </a:solidFill>
              </a:defRPr>
            </a:lvl9pPr>
          </a:lstStyle>
          <a:p/>
        </p:txBody>
      </p:sp>
      <p:sp>
        <p:nvSpPr>
          <p:cNvPr id="348" name="Google Shape;348;p36"/>
          <p:cNvSpPr txBox="1"/>
          <p:nvPr>
            <p:ph idx="14" type="subTitle"/>
          </p:nvPr>
        </p:nvSpPr>
        <p:spPr>
          <a:xfrm>
            <a:off x="5892775" y="2233425"/>
            <a:ext cx="2228100" cy="5331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sz="1000"/>
            </a:lvl1pPr>
            <a:lvl2pPr lvl="1" algn="ctr">
              <a:lnSpc>
                <a:spcPct val="95000"/>
              </a:lnSpc>
              <a:spcBef>
                <a:spcPts val="0"/>
              </a:spcBef>
              <a:spcAft>
                <a:spcPts val="0"/>
              </a:spcAft>
              <a:buNone/>
              <a:defRPr sz="1000"/>
            </a:lvl2pPr>
            <a:lvl3pPr lvl="2" algn="ctr">
              <a:lnSpc>
                <a:spcPct val="95000"/>
              </a:lnSpc>
              <a:spcBef>
                <a:spcPts val="0"/>
              </a:spcBef>
              <a:spcAft>
                <a:spcPts val="0"/>
              </a:spcAft>
              <a:buNone/>
              <a:defRPr sz="1000"/>
            </a:lvl3pPr>
            <a:lvl4pPr lvl="3" algn="ctr">
              <a:lnSpc>
                <a:spcPct val="95000"/>
              </a:lnSpc>
              <a:spcBef>
                <a:spcPts val="0"/>
              </a:spcBef>
              <a:spcAft>
                <a:spcPts val="0"/>
              </a:spcAft>
              <a:buNone/>
              <a:defRPr sz="1000"/>
            </a:lvl4pPr>
            <a:lvl5pPr lvl="4" algn="ctr">
              <a:lnSpc>
                <a:spcPct val="95000"/>
              </a:lnSpc>
              <a:spcBef>
                <a:spcPts val="0"/>
              </a:spcBef>
              <a:spcAft>
                <a:spcPts val="0"/>
              </a:spcAft>
              <a:buNone/>
              <a:defRPr sz="1000"/>
            </a:lvl5pPr>
            <a:lvl6pPr lvl="5" algn="ctr">
              <a:lnSpc>
                <a:spcPct val="95000"/>
              </a:lnSpc>
              <a:spcBef>
                <a:spcPts val="0"/>
              </a:spcBef>
              <a:spcAft>
                <a:spcPts val="0"/>
              </a:spcAft>
              <a:buNone/>
              <a:defRPr sz="1000"/>
            </a:lvl6pPr>
            <a:lvl7pPr lvl="6" algn="ctr">
              <a:lnSpc>
                <a:spcPct val="95000"/>
              </a:lnSpc>
              <a:spcBef>
                <a:spcPts val="0"/>
              </a:spcBef>
              <a:spcAft>
                <a:spcPts val="0"/>
              </a:spcAft>
              <a:buNone/>
              <a:defRPr sz="1000"/>
            </a:lvl7pPr>
            <a:lvl8pPr lvl="7" algn="ctr">
              <a:lnSpc>
                <a:spcPct val="95000"/>
              </a:lnSpc>
              <a:spcBef>
                <a:spcPts val="0"/>
              </a:spcBef>
              <a:spcAft>
                <a:spcPts val="0"/>
              </a:spcAft>
              <a:buNone/>
              <a:defRPr sz="1000"/>
            </a:lvl8pPr>
            <a:lvl9pPr lvl="8" algn="ctr">
              <a:lnSpc>
                <a:spcPct val="95000"/>
              </a:lnSpc>
              <a:spcBef>
                <a:spcPts val="0"/>
              </a:spcBef>
              <a:spcAft>
                <a:spcPts val="0"/>
              </a:spcAft>
              <a:buNone/>
              <a:defRPr sz="1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349" name="Shape 349"/>
        <p:cNvGrpSpPr/>
        <p:nvPr/>
      </p:nvGrpSpPr>
      <p:grpSpPr>
        <a:xfrm>
          <a:off x="0" y="0"/>
          <a:ext cx="0" cy="0"/>
          <a:chOff x="0" y="0"/>
          <a:chExt cx="0" cy="0"/>
        </a:xfrm>
      </p:grpSpPr>
      <p:sp>
        <p:nvSpPr>
          <p:cNvPr id="350" name="Google Shape;350;p37"/>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51" name="Google Shape;351;p37"/>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52" name="Google Shape;352;p37"/>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53" name="Google Shape;353;p37"/>
          <p:cNvSpPr txBox="1"/>
          <p:nvPr>
            <p:ph idx="3" type="title"/>
          </p:nvPr>
        </p:nvSpPr>
        <p:spPr>
          <a:xfrm>
            <a:off x="228600" y="457200"/>
            <a:ext cx="4160400" cy="4647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2000"/>
            </a:lvl1pPr>
            <a:lvl2pPr lvl="1">
              <a:spcBef>
                <a:spcPts val="0"/>
              </a:spcBef>
              <a:spcAft>
                <a:spcPts val="0"/>
              </a:spcAft>
              <a:buSzPts val="2000"/>
              <a:buFont typeface="Figtree"/>
              <a:buNone/>
              <a:defRPr sz="2000">
                <a:latin typeface="Figtree"/>
                <a:ea typeface="Figtree"/>
                <a:cs typeface="Figtree"/>
                <a:sym typeface="Figtree"/>
              </a:defRPr>
            </a:lvl2pPr>
            <a:lvl3pPr lvl="2">
              <a:spcBef>
                <a:spcPts val="0"/>
              </a:spcBef>
              <a:spcAft>
                <a:spcPts val="0"/>
              </a:spcAft>
              <a:buSzPts val="2000"/>
              <a:buFont typeface="Figtree"/>
              <a:buNone/>
              <a:defRPr sz="2000">
                <a:latin typeface="Figtree"/>
                <a:ea typeface="Figtree"/>
                <a:cs typeface="Figtree"/>
                <a:sym typeface="Figtree"/>
              </a:defRPr>
            </a:lvl3pPr>
            <a:lvl4pPr lvl="3">
              <a:spcBef>
                <a:spcPts val="0"/>
              </a:spcBef>
              <a:spcAft>
                <a:spcPts val="0"/>
              </a:spcAft>
              <a:buSzPts val="2000"/>
              <a:buFont typeface="Figtree"/>
              <a:buNone/>
              <a:defRPr sz="2000">
                <a:latin typeface="Figtree"/>
                <a:ea typeface="Figtree"/>
                <a:cs typeface="Figtree"/>
                <a:sym typeface="Figtree"/>
              </a:defRPr>
            </a:lvl4pPr>
            <a:lvl5pPr lvl="4">
              <a:spcBef>
                <a:spcPts val="0"/>
              </a:spcBef>
              <a:spcAft>
                <a:spcPts val="0"/>
              </a:spcAft>
              <a:buSzPts val="2000"/>
              <a:buFont typeface="Figtree"/>
              <a:buNone/>
              <a:defRPr sz="2000">
                <a:latin typeface="Figtree"/>
                <a:ea typeface="Figtree"/>
                <a:cs typeface="Figtree"/>
                <a:sym typeface="Figtree"/>
              </a:defRPr>
            </a:lvl5pPr>
            <a:lvl6pPr lvl="5">
              <a:spcBef>
                <a:spcPts val="0"/>
              </a:spcBef>
              <a:spcAft>
                <a:spcPts val="0"/>
              </a:spcAft>
              <a:buSzPts val="2000"/>
              <a:buFont typeface="Figtree"/>
              <a:buNone/>
              <a:defRPr sz="2000">
                <a:latin typeface="Figtree"/>
                <a:ea typeface="Figtree"/>
                <a:cs typeface="Figtree"/>
                <a:sym typeface="Figtree"/>
              </a:defRPr>
            </a:lvl6pPr>
            <a:lvl7pPr lvl="6">
              <a:spcBef>
                <a:spcPts val="0"/>
              </a:spcBef>
              <a:spcAft>
                <a:spcPts val="0"/>
              </a:spcAft>
              <a:buSzPts val="2000"/>
              <a:buFont typeface="Figtree"/>
              <a:buNone/>
              <a:defRPr sz="2000">
                <a:latin typeface="Figtree"/>
                <a:ea typeface="Figtree"/>
                <a:cs typeface="Figtree"/>
                <a:sym typeface="Figtree"/>
              </a:defRPr>
            </a:lvl7pPr>
            <a:lvl8pPr lvl="7">
              <a:spcBef>
                <a:spcPts val="0"/>
              </a:spcBef>
              <a:spcAft>
                <a:spcPts val="0"/>
              </a:spcAft>
              <a:buSzPts val="2000"/>
              <a:buFont typeface="Figtree"/>
              <a:buNone/>
              <a:defRPr sz="2000">
                <a:latin typeface="Figtree"/>
                <a:ea typeface="Figtree"/>
                <a:cs typeface="Figtree"/>
                <a:sym typeface="Figtree"/>
              </a:defRPr>
            </a:lvl8pPr>
            <a:lvl9pPr lvl="8">
              <a:spcBef>
                <a:spcPts val="0"/>
              </a:spcBef>
              <a:spcAft>
                <a:spcPts val="0"/>
              </a:spcAft>
              <a:buSzPts val="2000"/>
              <a:buFont typeface="Figtree"/>
              <a:buNone/>
              <a:defRPr sz="2000">
                <a:latin typeface="Figtree"/>
                <a:ea typeface="Figtree"/>
                <a:cs typeface="Figtree"/>
                <a:sym typeface="Figtree"/>
              </a:defRPr>
            </a:lvl9pPr>
          </a:lstStyle>
          <a:p/>
        </p:txBody>
      </p:sp>
      <p:sp>
        <p:nvSpPr>
          <p:cNvPr id="354" name="Google Shape;354;p37"/>
          <p:cNvSpPr txBox="1"/>
          <p:nvPr>
            <p:ph idx="1" type="subTitle"/>
          </p:nvPr>
        </p:nvSpPr>
        <p:spPr>
          <a:xfrm>
            <a:off x="228600" y="792994"/>
            <a:ext cx="3130200" cy="172200"/>
          </a:xfrm>
          <a:prstGeom prst="rect">
            <a:avLst/>
          </a:prstGeom>
        </p:spPr>
        <p:txBody>
          <a:bodyPr anchorCtr="0" anchor="t" bIns="0" lIns="0" spcFirstLastPara="1" rIns="0" wrap="square" tIns="0">
            <a:noAutofit/>
          </a:bodyPr>
          <a:lstStyle>
            <a:lvl1pPr lvl="0">
              <a:spcBef>
                <a:spcPts val="0"/>
              </a:spcBef>
              <a:spcAft>
                <a:spcPts val="0"/>
              </a:spcAft>
              <a:buNone/>
              <a:defRPr sz="1200">
                <a:latin typeface="Jost"/>
                <a:ea typeface="Jost"/>
                <a:cs typeface="Jost"/>
                <a:sym typeface="Jost"/>
              </a:defRPr>
            </a:lvl1pPr>
            <a:lvl2pPr lvl="1">
              <a:spcBef>
                <a:spcPts val="0"/>
              </a:spcBef>
              <a:spcAft>
                <a:spcPts val="0"/>
              </a:spcAft>
              <a:buNone/>
              <a:defRPr sz="1200">
                <a:latin typeface="Jost"/>
                <a:ea typeface="Jost"/>
                <a:cs typeface="Jost"/>
                <a:sym typeface="Jost"/>
              </a:defRPr>
            </a:lvl2pPr>
            <a:lvl3pPr lvl="2">
              <a:spcBef>
                <a:spcPts val="0"/>
              </a:spcBef>
              <a:spcAft>
                <a:spcPts val="0"/>
              </a:spcAft>
              <a:buNone/>
              <a:defRPr sz="1200">
                <a:latin typeface="Jost"/>
                <a:ea typeface="Jost"/>
                <a:cs typeface="Jost"/>
                <a:sym typeface="Jost"/>
              </a:defRPr>
            </a:lvl3pPr>
            <a:lvl4pPr lvl="3">
              <a:spcBef>
                <a:spcPts val="0"/>
              </a:spcBef>
              <a:spcAft>
                <a:spcPts val="0"/>
              </a:spcAft>
              <a:buNone/>
              <a:defRPr sz="1200">
                <a:latin typeface="Jost"/>
                <a:ea typeface="Jost"/>
                <a:cs typeface="Jost"/>
                <a:sym typeface="Jost"/>
              </a:defRPr>
            </a:lvl4pPr>
            <a:lvl5pPr lvl="4">
              <a:spcBef>
                <a:spcPts val="0"/>
              </a:spcBef>
              <a:spcAft>
                <a:spcPts val="0"/>
              </a:spcAft>
              <a:buNone/>
              <a:defRPr sz="1200">
                <a:latin typeface="Jost"/>
                <a:ea typeface="Jost"/>
                <a:cs typeface="Jost"/>
                <a:sym typeface="Jost"/>
              </a:defRPr>
            </a:lvl5pPr>
            <a:lvl6pPr lvl="5">
              <a:spcBef>
                <a:spcPts val="0"/>
              </a:spcBef>
              <a:spcAft>
                <a:spcPts val="0"/>
              </a:spcAft>
              <a:buNone/>
              <a:defRPr sz="1200">
                <a:latin typeface="Jost"/>
                <a:ea typeface="Jost"/>
                <a:cs typeface="Jost"/>
                <a:sym typeface="Jost"/>
              </a:defRPr>
            </a:lvl6pPr>
            <a:lvl7pPr lvl="6">
              <a:spcBef>
                <a:spcPts val="0"/>
              </a:spcBef>
              <a:spcAft>
                <a:spcPts val="0"/>
              </a:spcAft>
              <a:buNone/>
              <a:defRPr sz="1200">
                <a:latin typeface="Jost"/>
                <a:ea typeface="Jost"/>
                <a:cs typeface="Jost"/>
                <a:sym typeface="Jost"/>
              </a:defRPr>
            </a:lvl7pPr>
            <a:lvl8pPr lvl="7">
              <a:spcBef>
                <a:spcPts val="0"/>
              </a:spcBef>
              <a:spcAft>
                <a:spcPts val="0"/>
              </a:spcAft>
              <a:buNone/>
              <a:defRPr sz="1200">
                <a:latin typeface="Jost"/>
                <a:ea typeface="Jost"/>
                <a:cs typeface="Jost"/>
                <a:sym typeface="Jost"/>
              </a:defRPr>
            </a:lvl8pPr>
            <a:lvl9pPr lvl="8">
              <a:spcBef>
                <a:spcPts val="0"/>
              </a:spcBef>
              <a:spcAft>
                <a:spcPts val="0"/>
              </a:spcAft>
              <a:buNone/>
              <a:defRPr sz="1200">
                <a:latin typeface="Jost"/>
                <a:ea typeface="Jost"/>
                <a:cs typeface="Jost"/>
                <a:sym typeface="Jost"/>
              </a:defRPr>
            </a:lvl9pPr>
          </a:lstStyle>
          <a:p/>
        </p:txBody>
      </p:sp>
      <p:sp>
        <p:nvSpPr>
          <p:cNvPr id="355" name="Google Shape;355;p37"/>
          <p:cNvSpPr txBox="1"/>
          <p:nvPr>
            <p:ph idx="4" type="title"/>
          </p:nvPr>
        </p:nvSpPr>
        <p:spPr>
          <a:xfrm>
            <a:off x="91525"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6" name="Google Shape;356;p37"/>
          <p:cNvSpPr txBox="1"/>
          <p:nvPr>
            <p:ph idx="5" type="title"/>
          </p:nvPr>
        </p:nvSpPr>
        <p:spPr>
          <a:xfrm>
            <a:off x="2849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7" name="Google Shape;357;p37"/>
          <p:cNvSpPr txBox="1"/>
          <p:nvPr>
            <p:ph idx="6" type="title"/>
          </p:nvPr>
        </p:nvSpPr>
        <p:spPr>
          <a:xfrm>
            <a:off x="429895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8" name="Google Shape;358;p37"/>
          <p:cNvSpPr txBox="1"/>
          <p:nvPr>
            <p:ph idx="7" type="title"/>
          </p:nvPr>
        </p:nvSpPr>
        <p:spPr>
          <a:xfrm>
            <a:off x="7298500" y="1935942"/>
            <a:ext cx="1422300" cy="464700"/>
          </a:xfrm>
          <a:prstGeom prst="rect">
            <a:avLst/>
          </a:prstGeom>
        </p:spPr>
        <p:txBody>
          <a:bodyPr anchorCtr="0" anchor="b" bIns="0" lIns="0" spcFirstLastPara="1" rIns="0" wrap="square" tIns="0">
            <a:spAutoFit/>
          </a:bodyPr>
          <a:lstStyle>
            <a:lvl1pPr lvl="0" algn="ctr">
              <a:lnSpc>
                <a:spcPct val="115000"/>
              </a:lnSpc>
              <a:spcBef>
                <a:spcPts val="0"/>
              </a:spcBef>
              <a:spcAft>
                <a:spcPts val="0"/>
              </a:spcAft>
              <a:buNone/>
              <a:defRPr sz="3600">
                <a:solidFill>
                  <a:schemeClr val="dk2"/>
                </a:solidFill>
              </a:defRPr>
            </a:lvl1pPr>
            <a:lvl2pPr lvl="1"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59" name="Google Shape;359;p37"/>
          <p:cNvSpPr txBox="1"/>
          <p:nvPr>
            <p:ph idx="8" type="subTitle"/>
          </p:nvPr>
        </p:nvSpPr>
        <p:spPr>
          <a:xfrm>
            <a:off x="442900"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0" name="Google Shape;360;p37"/>
          <p:cNvSpPr txBox="1"/>
          <p:nvPr>
            <p:ph idx="9" type="subTitle"/>
          </p:nvPr>
        </p:nvSpPr>
        <p:spPr>
          <a:xfrm>
            <a:off x="442900"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1" name="Google Shape;361;p37"/>
          <p:cNvSpPr txBox="1"/>
          <p:nvPr>
            <p:ph idx="13" type="body"/>
          </p:nvPr>
        </p:nvSpPr>
        <p:spPr>
          <a:xfrm>
            <a:off x="442898"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2" name="Google Shape;362;p37"/>
          <p:cNvSpPr txBox="1"/>
          <p:nvPr>
            <p:ph idx="14" type="subTitle"/>
          </p:nvPr>
        </p:nvSpPr>
        <p:spPr>
          <a:xfrm>
            <a:off x="3201413"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3" name="Google Shape;363;p37"/>
          <p:cNvSpPr txBox="1"/>
          <p:nvPr>
            <p:ph idx="15" type="subTitle"/>
          </p:nvPr>
        </p:nvSpPr>
        <p:spPr>
          <a:xfrm>
            <a:off x="3201413"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4" name="Google Shape;364;p37"/>
          <p:cNvSpPr txBox="1"/>
          <p:nvPr>
            <p:ph idx="16" type="body"/>
          </p:nvPr>
        </p:nvSpPr>
        <p:spPr>
          <a:xfrm>
            <a:off x="3201411"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5" name="Google Shape;365;p37"/>
          <p:cNvSpPr txBox="1"/>
          <p:nvPr>
            <p:ph idx="17" type="subTitle"/>
          </p:nvPr>
        </p:nvSpPr>
        <p:spPr>
          <a:xfrm>
            <a:off x="4652727" y="3173750"/>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6" name="Google Shape;366;p37"/>
          <p:cNvSpPr txBox="1"/>
          <p:nvPr>
            <p:ph idx="18" type="subTitle"/>
          </p:nvPr>
        </p:nvSpPr>
        <p:spPr>
          <a:xfrm>
            <a:off x="4652727" y="3419421"/>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67" name="Google Shape;367;p37"/>
          <p:cNvSpPr txBox="1"/>
          <p:nvPr>
            <p:ph idx="19" type="body"/>
          </p:nvPr>
        </p:nvSpPr>
        <p:spPr>
          <a:xfrm>
            <a:off x="4652725" y="3851575"/>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68" name="Google Shape;368;p37"/>
          <p:cNvSpPr txBox="1"/>
          <p:nvPr>
            <p:ph idx="20" type="subTitle"/>
          </p:nvPr>
        </p:nvSpPr>
        <p:spPr>
          <a:xfrm>
            <a:off x="7646687" y="3172725"/>
            <a:ext cx="1289400" cy="226200"/>
          </a:xfrm>
          <a:prstGeom prst="rect">
            <a:avLst/>
          </a:prstGeom>
        </p:spPr>
        <p:txBody>
          <a:bodyPr anchorCtr="0" anchor="t" bIns="0" lIns="0" spcFirstLastPara="1" rIns="0" wrap="square" tIns="0">
            <a:noAutofit/>
          </a:bodyPr>
          <a:lstStyle>
            <a:lvl1pPr lvl="0">
              <a:spcBef>
                <a:spcPts val="0"/>
              </a:spcBef>
              <a:spcAft>
                <a:spcPts val="0"/>
              </a:spcAft>
              <a:buNone/>
              <a:defRPr>
                <a:latin typeface="Figtree Light"/>
                <a:ea typeface="Figtree Light"/>
                <a:cs typeface="Figtree Light"/>
                <a:sym typeface="Figtree Light"/>
              </a:defRPr>
            </a:lvl1pPr>
            <a:lvl2pPr lvl="1">
              <a:spcBef>
                <a:spcPts val="0"/>
              </a:spcBef>
              <a:spcAft>
                <a:spcPts val="0"/>
              </a:spcAft>
              <a:buNone/>
              <a:defRPr>
                <a:latin typeface="Figtree Light"/>
                <a:ea typeface="Figtree Light"/>
                <a:cs typeface="Figtree Light"/>
                <a:sym typeface="Figtree Light"/>
              </a:defRPr>
            </a:lvl2pPr>
            <a:lvl3pPr lvl="2">
              <a:spcBef>
                <a:spcPts val="0"/>
              </a:spcBef>
              <a:spcAft>
                <a:spcPts val="0"/>
              </a:spcAft>
              <a:buNone/>
              <a:defRPr>
                <a:latin typeface="Figtree Light"/>
                <a:ea typeface="Figtree Light"/>
                <a:cs typeface="Figtree Light"/>
                <a:sym typeface="Figtree Light"/>
              </a:defRPr>
            </a:lvl3pPr>
            <a:lvl4pPr lvl="3">
              <a:spcBef>
                <a:spcPts val="0"/>
              </a:spcBef>
              <a:spcAft>
                <a:spcPts val="0"/>
              </a:spcAft>
              <a:buNone/>
              <a:defRPr>
                <a:latin typeface="Figtree Light"/>
                <a:ea typeface="Figtree Light"/>
                <a:cs typeface="Figtree Light"/>
                <a:sym typeface="Figtree Light"/>
              </a:defRPr>
            </a:lvl4pPr>
            <a:lvl5pPr lvl="4">
              <a:spcBef>
                <a:spcPts val="0"/>
              </a:spcBef>
              <a:spcAft>
                <a:spcPts val="0"/>
              </a:spcAft>
              <a:buNone/>
              <a:defRPr>
                <a:latin typeface="Figtree Light"/>
                <a:ea typeface="Figtree Light"/>
                <a:cs typeface="Figtree Light"/>
                <a:sym typeface="Figtree Light"/>
              </a:defRPr>
            </a:lvl5pPr>
            <a:lvl6pPr lvl="5">
              <a:spcBef>
                <a:spcPts val="0"/>
              </a:spcBef>
              <a:spcAft>
                <a:spcPts val="0"/>
              </a:spcAft>
              <a:buNone/>
              <a:defRPr>
                <a:latin typeface="Figtree Light"/>
                <a:ea typeface="Figtree Light"/>
                <a:cs typeface="Figtree Light"/>
                <a:sym typeface="Figtree Light"/>
              </a:defRPr>
            </a:lvl6pPr>
            <a:lvl7pPr lvl="6">
              <a:spcBef>
                <a:spcPts val="0"/>
              </a:spcBef>
              <a:spcAft>
                <a:spcPts val="0"/>
              </a:spcAft>
              <a:buNone/>
              <a:defRPr>
                <a:latin typeface="Figtree Light"/>
                <a:ea typeface="Figtree Light"/>
                <a:cs typeface="Figtree Light"/>
                <a:sym typeface="Figtree Light"/>
              </a:defRPr>
            </a:lvl7pPr>
            <a:lvl8pPr lvl="7">
              <a:spcBef>
                <a:spcPts val="0"/>
              </a:spcBef>
              <a:spcAft>
                <a:spcPts val="0"/>
              </a:spcAft>
              <a:buNone/>
              <a:defRPr>
                <a:latin typeface="Figtree Light"/>
                <a:ea typeface="Figtree Light"/>
                <a:cs typeface="Figtree Light"/>
                <a:sym typeface="Figtree Light"/>
              </a:defRPr>
            </a:lvl8pPr>
            <a:lvl9pPr lvl="8">
              <a:spcBef>
                <a:spcPts val="0"/>
              </a:spcBef>
              <a:spcAft>
                <a:spcPts val="0"/>
              </a:spcAft>
              <a:buNone/>
              <a:defRPr>
                <a:latin typeface="Figtree Light"/>
                <a:ea typeface="Figtree Light"/>
                <a:cs typeface="Figtree Light"/>
                <a:sym typeface="Figtree Light"/>
              </a:defRPr>
            </a:lvl9pPr>
          </a:lstStyle>
          <a:p/>
        </p:txBody>
      </p:sp>
      <p:sp>
        <p:nvSpPr>
          <p:cNvPr id="369" name="Google Shape;369;p37"/>
          <p:cNvSpPr txBox="1"/>
          <p:nvPr>
            <p:ph idx="21" type="subTitle"/>
          </p:nvPr>
        </p:nvSpPr>
        <p:spPr>
          <a:xfrm>
            <a:off x="7646687" y="3418396"/>
            <a:ext cx="1289400" cy="1254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3"/>
                </a:solidFill>
                <a:latin typeface="Jost"/>
                <a:ea typeface="Jost"/>
                <a:cs typeface="Jost"/>
                <a:sym typeface="Jost"/>
              </a:defRPr>
            </a:lvl1pPr>
            <a:lvl2pPr lvl="1">
              <a:spcBef>
                <a:spcPts val="0"/>
              </a:spcBef>
              <a:spcAft>
                <a:spcPts val="0"/>
              </a:spcAft>
              <a:buNone/>
              <a:defRPr sz="900">
                <a:solidFill>
                  <a:schemeClr val="accent3"/>
                </a:solidFill>
                <a:latin typeface="Jost"/>
                <a:ea typeface="Jost"/>
                <a:cs typeface="Jost"/>
                <a:sym typeface="Jost"/>
              </a:defRPr>
            </a:lvl2pPr>
            <a:lvl3pPr lvl="2">
              <a:spcBef>
                <a:spcPts val="0"/>
              </a:spcBef>
              <a:spcAft>
                <a:spcPts val="0"/>
              </a:spcAft>
              <a:buNone/>
              <a:defRPr sz="900">
                <a:solidFill>
                  <a:schemeClr val="accent3"/>
                </a:solidFill>
                <a:latin typeface="Jost"/>
                <a:ea typeface="Jost"/>
                <a:cs typeface="Jost"/>
                <a:sym typeface="Jost"/>
              </a:defRPr>
            </a:lvl3pPr>
            <a:lvl4pPr lvl="3">
              <a:spcBef>
                <a:spcPts val="0"/>
              </a:spcBef>
              <a:spcAft>
                <a:spcPts val="0"/>
              </a:spcAft>
              <a:buNone/>
              <a:defRPr sz="900">
                <a:solidFill>
                  <a:schemeClr val="accent3"/>
                </a:solidFill>
                <a:latin typeface="Jost"/>
                <a:ea typeface="Jost"/>
                <a:cs typeface="Jost"/>
                <a:sym typeface="Jost"/>
              </a:defRPr>
            </a:lvl4pPr>
            <a:lvl5pPr lvl="4">
              <a:spcBef>
                <a:spcPts val="0"/>
              </a:spcBef>
              <a:spcAft>
                <a:spcPts val="0"/>
              </a:spcAft>
              <a:buNone/>
              <a:defRPr sz="900">
                <a:solidFill>
                  <a:schemeClr val="accent3"/>
                </a:solidFill>
                <a:latin typeface="Jost"/>
                <a:ea typeface="Jost"/>
                <a:cs typeface="Jost"/>
                <a:sym typeface="Jost"/>
              </a:defRPr>
            </a:lvl5pPr>
            <a:lvl6pPr lvl="5">
              <a:spcBef>
                <a:spcPts val="0"/>
              </a:spcBef>
              <a:spcAft>
                <a:spcPts val="0"/>
              </a:spcAft>
              <a:buNone/>
              <a:defRPr sz="900">
                <a:solidFill>
                  <a:schemeClr val="accent3"/>
                </a:solidFill>
                <a:latin typeface="Jost"/>
                <a:ea typeface="Jost"/>
                <a:cs typeface="Jost"/>
                <a:sym typeface="Jost"/>
              </a:defRPr>
            </a:lvl6pPr>
            <a:lvl7pPr lvl="6">
              <a:spcBef>
                <a:spcPts val="0"/>
              </a:spcBef>
              <a:spcAft>
                <a:spcPts val="0"/>
              </a:spcAft>
              <a:buNone/>
              <a:defRPr sz="900">
                <a:solidFill>
                  <a:schemeClr val="accent3"/>
                </a:solidFill>
                <a:latin typeface="Jost"/>
                <a:ea typeface="Jost"/>
                <a:cs typeface="Jost"/>
                <a:sym typeface="Jost"/>
              </a:defRPr>
            </a:lvl7pPr>
            <a:lvl8pPr lvl="7">
              <a:spcBef>
                <a:spcPts val="0"/>
              </a:spcBef>
              <a:spcAft>
                <a:spcPts val="0"/>
              </a:spcAft>
              <a:buNone/>
              <a:defRPr sz="900">
                <a:solidFill>
                  <a:schemeClr val="accent3"/>
                </a:solidFill>
                <a:latin typeface="Jost"/>
                <a:ea typeface="Jost"/>
                <a:cs typeface="Jost"/>
                <a:sym typeface="Jost"/>
              </a:defRPr>
            </a:lvl8pPr>
            <a:lvl9pPr lvl="8">
              <a:spcBef>
                <a:spcPts val="0"/>
              </a:spcBef>
              <a:spcAft>
                <a:spcPts val="0"/>
              </a:spcAft>
              <a:buNone/>
              <a:defRPr sz="900">
                <a:solidFill>
                  <a:schemeClr val="accent3"/>
                </a:solidFill>
                <a:latin typeface="Jost"/>
                <a:ea typeface="Jost"/>
                <a:cs typeface="Jost"/>
                <a:sym typeface="Jost"/>
              </a:defRPr>
            </a:lvl9pPr>
          </a:lstStyle>
          <a:p/>
        </p:txBody>
      </p:sp>
      <p:sp>
        <p:nvSpPr>
          <p:cNvPr id="370" name="Google Shape;370;p37"/>
          <p:cNvSpPr txBox="1"/>
          <p:nvPr>
            <p:ph idx="22" type="body"/>
          </p:nvPr>
        </p:nvSpPr>
        <p:spPr>
          <a:xfrm>
            <a:off x="7646686" y="3850550"/>
            <a:ext cx="1289400" cy="714000"/>
          </a:xfrm>
          <a:prstGeom prst="rect">
            <a:avLst/>
          </a:prstGeom>
        </p:spPr>
        <p:txBody>
          <a:bodyPr anchorCtr="0" anchor="t" bIns="0" lIns="0" spcFirstLastPara="1" rIns="0" wrap="square" tIns="0">
            <a:noAutofit/>
          </a:bodyPr>
          <a:lstStyle>
            <a:lvl1pPr indent="-285750" lvl="0" marL="457200">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371" name="Shape 371"/>
        <p:cNvGrpSpPr/>
        <p:nvPr/>
      </p:nvGrpSpPr>
      <p:grpSpPr>
        <a:xfrm>
          <a:off x="0" y="0"/>
          <a:ext cx="0" cy="0"/>
          <a:chOff x="0" y="0"/>
          <a:chExt cx="0" cy="0"/>
        </a:xfrm>
      </p:grpSpPr>
      <p:sp>
        <p:nvSpPr>
          <p:cNvPr id="372" name="Google Shape;372;p38"/>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73" name="Google Shape;373;p38"/>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Figtree"/>
              <a:ea typeface="Figtree"/>
              <a:cs typeface="Figtree"/>
              <a:sym typeface="Figtree"/>
            </a:endParaRPr>
          </a:p>
        </p:txBody>
      </p:sp>
      <p:sp>
        <p:nvSpPr>
          <p:cNvPr id="374" name="Google Shape;374;p38"/>
          <p:cNvSpPr txBox="1"/>
          <p:nvPr>
            <p:ph type="title"/>
          </p:nvPr>
        </p:nvSpPr>
        <p:spPr>
          <a:xfrm>
            <a:off x="2300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75" name="Google Shape;375;p38"/>
          <p:cNvSpPr txBox="1"/>
          <p:nvPr>
            <p:ph idx="2" type="title"/>
          </p:nvPr>
        </p:nvSpPr>
        <p:spPr>
          <a:xfrm>
            <a:off x="6414875" y="58625"/>
            <a:ext cx="2500500" cy="172200"/>
          </a:xfrm>
          <a:prstGeom prst="rect">
            <a:avLst/>
          </a:prstGeom>
        </p:spPr>
        <p:txBody>
          <a:bodyPr anchorCtr="0" anchor="ctr" bIns="0" lIns="0" spcFirstLastPara="1" rIns="0" wrap="square" tIns="0">
            <a:noAutofit/>
          </a:bodyPr>
          <a:lstStyle>
            <a:lvl1pPr lvl="0">
              <a:spcBef>
                <a:spcPts val="0"/>
              </a:spcBef>
              <a:spcAft>
                <a:spcPts val="0"/>
              </a:spcAft>
              <a:buNone/>
              <a:defRPr/>
            </a:lvl1pPr>
            <a:lvl2pPr lvl="1">
              <a:spcBef>
                <a:spcPts val="0"/>
              </a:spcBef>
              <a:spcAft>
                <a:spcPts val="0"/>
              </a:spcAft>
              <a:buSzPts val="1200"/>
              <a:buFont typeface="Figtree"/>
              <a:buNone/>
              <a:defRPr/>
            </a:lvl2pPr>
            <a:lvl3pPr lvl="2">
              <a:spcBef>
                <a:spcPts val="0"/>
              </a:spcBef>
              <a:spcAft>
                <a:spcPts val="0"/>
              </a:spcAft>
              <a:buSzPts val="1200"/>
              <a:buFont typeface="Figtree"/>
              <a:buNone/>
              <a:defRPr/>
            </a:lvl3pPr>
            <a:lvl4pPr lvl="3">
              <a:spcBef>
                <a:spcPts val="0"/>
              </a:spcBef>
              <a:spcAft>
                <a:spcPts val="0"/>
              </a:spcAft>
              <a:buSzPts val="1200"/>
              <a:buFont typeface="Figtree"/>
              <a:buNone/>
              <a:defRPr/>
            </a:lvl4pPr>
            <a:lvl5pPr lvl="4">
              <a:spcBef>
                <a:spcPts val="0"/>
              </a:spcBef>
              <a:spcAft>
                <a:spcPts val="0"/>
              </a:spcAft>
              <a:buSzPts val="1200"/>
              <a:buFont typeface="Figtree"/>
              <a:buNone/>
              <a:defRPr/>
            </a:lvl5pPr>
            <a:lvl6pPr lvl="5">
              <a:spcBef>
                <a:spcPts val="0"/>
              </a:spcBef>
              <a:spcAft>
                <a:spcPts val="0"/>
              </a:spcAft>
              <a:buSzPts val="1200"/>
              <a:buFont typeface="Figtree"/>
              <a:buNone/>
              <a:defRPr/>
            </a:lvl6pPr>
            <a:lvl7pPr lvl="6">
              <a:spcBef>
                <a:spcPts val="0"/>
              </a:spcBef>
              <a:spcAft>
                <a:spcPts val="0"/>
              </a:spcAft>
              <a:buSzPts val="1200"/>
              <a:buFont typeface="Figtree"/>
              <a:buNone/>
              <a:defRPr/>
            </a:lvl7pPr>
            <a:lvl8pPr lvl="7">
              <a:spcBef>
                <a:spcPts val="0"/>
              </a:spcBef>
              <a:spcAft>
                <a:spcPts val="0"/>
              </a:spcAft>
              <a:buSzPts val="1200"/>
              <a:buFont typeface="Figtree"/>
              <a:buNone/>
              <a:defRPr/>
            </a:lvl8pPr>
            <a:lvl9pPr lvl="8">
              <a:spcBef>
                <a:spcPts val="0"/>
              </a:spcBef>
              <a:spcAft>
                <a:spcPts val="0"/>
              </a:spcAft>
              <a:buSzPts val="1200"/>
              <a:buFont typeface="Figtree"/>
              <a:buNone/>
              <a:defRPr/>
            </a:lvl9pPr>
          </a:lstStyle>
          <a:p/>
        </p:txBody>
      </p:sp>
      <p:sp>
        <p:nvSpPr>
          <p:cNvPr id="376" name="Google Shape;376;p38"/>
          <p:cNvSpPr/>
          <p:nvPr/>
        </p:nvSpPr>
        <p:spPr>
          <a:xfrm>
            <a:off x="228650" y="457200"/>
            <a:ext cx="8686800" cy="4226400"/>
          </a:xfrm>
          <a:prstGeom prst="roundRect">
            <a:avLst>
              <a:gd fmla="val 6822"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Figtree"/>
                <a:ea typeface="Figtree"/>
                <a:cs typeface="Figtree"/>
                <a:sym typeface="Figtree"/>
              </a:rPr>
              <a:t>v</a:t>
            </a:r>
            <a:endParaRPr>
              <a:solidFill>
                <a:schemeClr val="lt1"/>
              </a:solidFill>
              <a:latin typeface="Figtree"/>
              <a:ea typeface="Figtree"/>
              <a:cs typeface="Figtree"/>
              <a:sym typeface="Figtree"/>
            </a:endParaRPr>
          </a:p>
        </p:txBody>
      </p:sp>
      <p:sp>
        <p:nvSpPr>
          <p:cNvPr id="377" name="Google Shape;377;p38"/>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p:txBody>
      </p:sp>
      <p:sp>
        <p:nvSpPr>
          <p:cNvPr id="378" name="Google Shape;378;p38"/>
          <p:cNvSpPr txBox="1"/>
          <p:nvPr>
            <p:ph idx="1" type="subTitle"/>
          </p:nvPr>
        </p:nvSpPr>
        <p:spPr>
          <a:xfrm>
            <a:off x="1643100" y="2881050"/>
            <a:ext cx="5857800" cy="431700"/>
          </a:xfrm>
          <a:prstGeom prst="rect">
            <a:avLst/>
          </a:prstGeom>
        </p:spPr>
        <p:txBody>
          <a:bodyPr anchorCtr="0" anchor="ctr" bIns="0" lIns="0" spcFirstLastPara="1" rIns="0" wrap="square" tIns="0">
            <a:noAutofit/>
          </a:bodyPr>
          <a:lstStyle>
            <a:lvl1pPr lvl="0" algn="ctr">
              <a:lnSpc>
                <a:spcPct val="95000"/>
              </a:lnSpc>
              <a:spcBef>
                <a:spcPts val="0"/>
              </a:spcBef>
              <a:spcAft>
                <a:spcPts val="0"/>
              </a:spcAft>
              <a:buNone/>
              <a:defRPr>
                <a:solidFill>
                  <a:schemeClr val="dk2"/>
                </a:solidFill>
                <a:latin typeface="Jost"/>
                <a:ea typeface="Jost"/>
                <a:cs typeface="Jost"/>
                <a:sym typeface="Jost"/>
              </a:defRPr>
            </a:lvl1pPr>
            <a:lvl2pPr lvl="1" algn="ctr">
              <a:lnSpc>
                <a:spcPct val="95000"/>
              </a:lnSpc>
              <a:spcBef>
                <a:spcPts val="0"/>
              </a:spcBef>
              <a:spcAft>
                <a:spcPts val="0"/>
              </a:spcAft>
              <a:buNone/>
              <a:defRPr>
                <a:solidFill>
                  <a:schemeClr val="dk2"/>
                </a:solidFill>
                <a:latin typeface="Jost"/>
                <a:ea typeface="Jost"/>
                <a:cs typeface="Jost"/>
                <a:sym typeface="Jost"/>
              </a:defRPr>
            </a:lvl2pPr>
            <a:lvl3pPr lvl="2" algn="ctr">
              <a:lnSpc>
                <a:spcPct val="95000"/>
              </a:lnSpc>
              <a:spcBef>
                <a:spcPts val="0"/>
              </a:spcBef>
              <a:spcAft>
                <a:spcPts val="0"/>
              </a:spcAft>
              <a:buNone/>
              <a:defRPr>
                <a:solidFill>
                  <a:schemeClr val="dk2"/>
                </a:solidFill>
                <a:latin typeface="Jost"/>
                <a:ea typeface="Jost"/>
                <a:cs typeface="Jost"/>
                <a:sym typeface="Jost"/>
              </a:defRPr>
            </a:lvl3pPr>
            <a:lvl4pPr lvl="3" algn="ctr">
              <a:lnSpc>
                <a:spcPct val="95000"/>
              </a:lnSpc>
              <a:spcBef>
                <a:spcPts val="0"/>
              </a:spcBef>
              <a:spcAft>
                <a:spcPts val="0"/>
              </a:spcAft>
              <a:buNone/>
              <a:defRPr>
                <a:solidFill>
                  <a:schemeClr val="dk2"/>
                </a:solidFill>
                <a:latin typeface="Jost"/>
                <a:ea typeface="Jost"/>
                <a:cs typeface="Jost"/>
                <a:sym typeface="Jost"/>
              </a:defRPr>
            </a:lvl4pPr>
            <a:lvl5pPr lvl="4" algn="ctr">
              <a:lnSpc>
                <a:spcPct val="95000"/>
              </a:lnSpc>
              <a:spcBef>
                <a:spcPts val="0"/>
              </a:spcBef>
              <a:spcAft>
                <a:spcPts val="0"/>
              </a:spcAft>
              <a:buNone/>
              <a:defRPr>
                <a:solidFill>
                  <a:schemeClr val="dk2"/>
                </a:solidFill>
                <a:latin typeface="Jost"/>
                <a:ea typeface="Jost"/>
                <a:cs typeface="Jost"/>
                <a:sym typeface="Jost"/>
              </a:defRPr>
            </a:lvl5pPr>
            <a:lvl6pPr lvl="5" algn="ctr">
              <a:lnSpc>
                <a:spcPct val="95000"/>
              </a:lnSpc>
              <a:spcBef>
                <a:spcPts val="0"/>
              </a:spcBef>
              <a:spcAft>
                <a:spcPts val="0"/>
              </a:spcAft>
              <a:buNone/>
              <a:defRPr>
                <a:solidFill>
                  <a:schemeClr val="dk2"/>
                </a:solidFill>
                <a:latin typeface="Jost"/>
                <a:ea typeface="Jost"/>
                <a:cs typeface="Jost"/>
                <a:sym typeface="Jost"/>
              </a:defRPr>
            </a:lvl6pPr>
            <a:lvl7pPr lvl="6" algn="ctr">
              <a:lnSpc>
                <a:spcPct val="95000"/>
              </a:lnSpc>
              <a:spcBef>
                <a:spcPts val="0"/>
              </a:spcBef>
              <a:spcAft>
                <a:spcPts val="0"/>
              </a:spcAft>
              <a:buNone/>
              <a:defRPr>
                <a:solidFill>
                  <a:schemeClr val="dk2"/>
                </a:solidFill>
                <a:latin typeface="Jost"/>
                <a:ea typeface="Jost"/>
                <a:cs typeface="Jost"/>
                <a:sym typeface="Jost"/>
              </a:defRPr>
            </a:lvl7pPr>
            <a:lvl8pPr lvl="7" algn="ctr">
              <a:lnSpc>
                <a:spcPct val="95000"/>
              </a:lnSpc>
              <a:spcBef>
                <a:spcPts val="0"/>
              </a:spcBef>
              <a:spcAft>
                <a:spcPts val="0"/>
              </a:spcAft>
              <a:buNone/>
              <a:defRPr>
                <a:solidFill>
                  <a:schemeClr val="dk2"/>
                </a:solidFill>
                <a:latin typeface="Jost"/>
                <a:ea typeface="Jost"/>
                <a:cs typeface="Jost"/>
                <a:sym typeface="Jost"/>
              </a:defRPr>
            </a:lvl8pPr>
            <a:lvl9pPr lvl="8" algn="ctr">
              <a:lnSpc>
                <a:spcPct val="95000"/>
              </a:lnSpc>
              <a:spcBef>
                <a:spcPts val="0"/>
              </a:spcBef>
              <a:spcAft>
                <a:spcPts val="0"/>
              </a:spcAft>
              <a:buNone/>
              <a:defRPr>
                <a:solidFill>
                  <a:schemeClr val="dk2"/>
                </a:solidFill>
                <a:latin typeface="Jost"/>
                <a:ea typeface="Jost"/>
                <a:cs typeface="Jost"/>
                <a:sym typeface="Jos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79" name="Shape 379"/>
        <p:cNvGrpSpPr/>
        <p:nvPr/>
      </p:nvGrpSpPr>
      <p:grpSpPr>
        <a:xfrm>
          <a:off x="0" y="0"/>
          <a:ext cx="0" cy="0"/>
          <a:chOff x="0" y="0"/>
          <a:chExt cx="0" cy="0"/>
        </a:xfrm>
      </p:grpSpPr>
      <p:sp>
        <p:nvSpPr>
          <p:cNvPr id="380" name="Google Shape;380;p3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81" name="Google Shape;381;p39"/>
          <p:cNvSpPr txBox="1"/>
          <p:nvPr>
            <p:ph idx="1" type="subTitle"/>
          </p:nvPr>
        </p:nvSpPr>
        <p:spPr>
          <a:xfrm>
            <a:off x="311700" y="2834125"/>
            <a:ext cx="8520600" cy="792600"/>
          </a:xfrm>
          <a:prstGeom prst="rect">
            <a:avLst/>
          </a:prstGeom>
        </p:spPr>
        <p:txBody>
          <a:bodyPr anchorCtr="0" anchor="t" bIns="0" lIns="0" spcFirstLastPara="1" rIns="0" wrap="square" tIns="0">
            <a:sp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82" name="Shape 382"/>
        <p:cNvGrpSpPr/>
        <p:nvPr/>
      </p:nvGrpSpPr>
      <p:grpSpPr>
        <a:xfrm>
          <a:off x="0" y="0"/>
          <a:ext cx="0" cy="0"/>
          <a:chOff x="0" y="0"/>
          <a:chExt cx="0" cy="0"/>
        </a:xfrm>
      </p:grpSpPr>
      <p:sp>
        <p:nvSpPr>
          <p:cNvPr id="383" name="Google Shape;383;p4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84" name="Shape 384"/>
        <p:cNvGrpSpPr/>
        <p:nvPr/>
      </p:nvGrpSpPr>
      <p:grpSpPr>
        <a:xfrm>
          <a:off x="0" y="0"/>
          <a:ext cx="0" cy="0"/>
          <a:chOff x="0" y="0"/>
          <a:chExt cx="0" cy="0"/>
        </a:xfrm>
      </p:grpSpPr>
      <p:sp>
        <p:nvSpPr>
          <p:cNvPr id="385" name="Google Shape;385;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87" name="Shape 387"/>
        <p:cNvGrpSpPr/>
        <p:nvPr/>
      </p:nvGrpSpPr>
      <p:grpSpPr>
        <a:xfrm>
          <a:off x="0" y="0"/>
          <a:ext cx="0" cy="0"/>
          <a:chOff x="0" y="0"/>
          <a:chExt cx="0" cy="0"/>
        </a:xfrm>
      </p:grpSpPr>
      <p:sp>
        <p:nvSpPr>
          <p:cNvPr id="388" name="Google Shape;388;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9" name="Google Shape;389;p4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0" name="Google Shape;390;p4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91" name="Shape 391"/>
        <p:cNvGrpSpPr/>
        <p:nvPr/>
      </p:nvGrpSpPr>
      <p:grpSpPr>
        <a:xfrm>
          <a:off x="0" y="0"/>
          <a:ext cx="0" cy="0"/>
          <a:chOff x="0" y="0"/>
          <a:chExt cx="0" cy="0"/>
        </a:xfrm>
      </p:grpSpPr>
      <p:sp>
        <p:nvSpPr>
          <p:cNvPr id="392" name="Google Shape;392;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93" name="Shape 393"/>
        <p:cNvGrpSpPr/>
        <p:nvPr/>
      </p:nvGrpSpPr>
      <p:grpSpPr>
        <a:xfrm>
          <a:off x="0" y="0"/>
          <a:ext cx="0" cy="0"/>
          <a:chOff x="0" y="0"/>
          <a:chExt cx="0" cy="0"/>
        </a:xfrm>
      </p:grpSpPr>
      <p:sp>
        <p:nvSpPr>
          <p:cNvPr id="394" name="Google Shape;394;p4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5" name="Google Shape;395;p4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96" name="Shape 396"/>
        <p:cNvGrpSpPr/>
        <p:nvPr/>
      </p:nvGrpSpPr>
      <p:grpSpPr>
        <a:xfrm>
          <a:off x="0" y="0"/>
          <a:ext cx="0" cy="0"/>
          <a:chOff x="0" y="0"/>
          <a:chExt cx="0" cy="0"/>
        </a:xfrm>
      </p:grpSpPr>
      <p:sp>
        <p:nvSpPr>
          <p:cNvPr id="397" name="Google Shape;397;p4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98" name="Shape 398"/>
        <p:cNvGrpSpPr/>
        <p:nvPr/>
      </p:nvGrpSpPr>
      <p:grpSpPr>
        <a:xfrm>
          <a:off x="0" y="0"/>
          <a:ext cx="0" cy="0"/>
          <a:chOff x="0" y="0"/>
          <a:chExt cx="0" cy="0"/>
        </a:xfrm>
      </p:grpSpPr>
      <p:sp>
        <p:nvSpPr>
          <p:cNvPr id="399" name="Google Shape;399;p4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0" name="Google Shape;400;p46"/>
          <p:cNvSpPr txBox="1"/>
          <p:nvPr>
            <p:ph idx="1" type="subTitle"/>
          </p:nvPr>
        </p:nvSpPr>
        <p:spPr>
          <a:xfrm>
            <a:off x="265500" y="2803075"/>
            <a:ext cx="4045200" cy="1235100"/>
          </a:xfrm>
          <a:prstGeom prst="rect">
            <a:avLst/>
          </a:prstGeom>
        </p:spPr>
        <p:txBody>
          <a:bodyPr anchorCtr="0" anchor="t" bIns="0" lIns="0" spcFirstLastPara="1" rIns="0" wrap="square" tIns="0">
            <a:sp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01" name="Google Shape;401;p4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02" name="Shape 402"/>
        <p:cNvGrpSpPr/>
        <p:nvPr/>
      </p:nvGrpSpPr>
      <p:grpSpPr>
        <a:xfrm>
          <a:off x="0" y="0"/>
          <a:ext cx="0" cy="0"/>
          <a:chOff x="0" y="0"/>
          <a:chExt cx="0" cy="0"/>
        </a:xfrm>
      </p:grpSpPr>
      <p:sp>
        <p:nvSpPr>
          <p:cNvPr id="403" name="Google Shape;403;p4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04" name="Shape 404"/>
        <p:cNvGrpSpPr/>
        <p:nvPr/>
      </p:nvGrpSpPr>
      <p:grpSpPr>
        <a:xfrm>
          <a:off x="0" y="0"/>
          <a:ext cx="0" cy="0"/>
          <a:chOff x="0" y="0"/>
          <a:chExt cx="0" cy="0"/>
        </a:xfrm>
      </p:grpSpPr>
      <p:sp>
        <p:nvSpPr>
          <p:cNvPr id="405" name="Google Shape;405;p4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6" name="Google Shape;406;p4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07" name="Shape 407"/>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08" name="Shape 408"/>
        <p:cNvGrpSpPr/>
        <p:nvPr/>
      </p:nvGrpSpPr>
      <p:grpSpPr>
        <a:xfrm>
          <a:off x="0" y="0"/>
          <a:ext cx="0" cy="0"/>
          <a:chOff x="0" y="0"/>
          <a:chExt cx="0" cy="0"/>
        </a:xfrm>
      </p:grpSpPr>
      <p:sp>
        <p:nvSpPr>
          <p:cNvPr id="409" name="Google Shape;409;p50"/>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0" name="Google Shape;410;p50"/>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50"/>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50"/>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50"/>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50"/>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5" name="Google Shape;415;p50"/>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16" name="Shape 416"/>
        <p:cNvGrpSpPr/>
        <p:nvPr/>
      </p:nvGrpSpPr>
      <p:grpSpPr>
        <a:xfrm>
          <a:off x="0" y="0"/>
          <a:ext cx="0" cy="0"/>
          <a:chOff x="0" y="0"/>
          <a:chExt cx="0" cy="0"/>
        </a:xfrm>
      </p:grpSpPr>
      <p:sp>
        <p:nvSpPr>
          <p:cNvPr id="417" name="Google Shape;417;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8" name="Google Shape;418;p51"/>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9" name="Google Shape;419;p51"/>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20" name="Shape 420"/>
        <p:cNvGrpSpPr/>
        <p:nvPr/>
      </p:nvGrpSpPr>
      <p:grpSpPr>
        <a:xfrm>
          <a:off x="0" y="0"/>
          <a:ext cx="0" cy="0"/>
          <a:chOff x="0" y="0"/>
          <a:chExt cx="0" cy="0"/>
        </a:xfrm>
      </p:grpSpPr>
      <p:sp>
        <p:nvSpPr>
          <p:cNvPr id="421" name="Google Shape;421;p52"/>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2" name="Google Shape;422;p52"/>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3" name="Google Shape;423;p5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4" name="Google Shape;424;p52"/>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5" name="Google Shape;425;p52"/>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26" name="Shape 426"/>
        <p:cNvGrpSpPr/>
        <p:nvPr/>
      </p:nvGrpSpPr>
      <p:grpSpPr>
        <a:xfrm>
          <a:off x="0" y="0"/>
          <a:ext cx="0" cy="0"/>
          <a:chOff x="0" y="0"/>
          <a:chExt cx="0" cy="0"/>
        </a:xfrm>
      </p:grpSpPr>
      <p:sp>
        <p:nvSpPr>
          <p:cNvPr id="427" name="Google Shape;427;p53"/>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8" name="Google Shape;428;p5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9" name="Google Shape;429;p5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30" name="Google Shape;430;p53"/>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53"/>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53"/>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3" name="Google Shape;433;p53"/>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34" name="Shape 434"/>
        <p:cNvGrpSpPr/>
        <p:nvPr/>
      </p:nvGrpSpPr>
      <p:grpSpPr>
        <a:xfrm>
          <a:off x="0" y="0"/>
          <a:ext cx="0" cy="0"/>
          <a:chOff x="0" y="0"/>
          <a:chExt cx="0" cy="0"/>
        </a:xfrm>
      </p:grpSpPr>
      <p:sp>
        <p:nvSpPr>
          <p:cNvPr id="435" name="Google Shape;435;p54"/>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6" name="Google Shape;436;p5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7" name="Google Shape;437;p5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8" name="Google Shape;438;p5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39" name="Google Shape;439;p54"/>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40" name="Google Shape;440;p54"/>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4"/>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4"/>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4"/>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44" name="Shape 444"/>
        <p:cNvGrpSpPr/>
        <p:nvPr/>
      </p:nvGrpSpPr>
      <p:grpSpPr>
        <a:xfrm>
          <a:off x="0" y="0"/>
          <a:ext cx="0" cy="0"/>
          <a:chOff x="0" y="0"/>
          <a:chExt cx="0" cy="0"/>
        </a:xfrm>
      </p:grpSpPr>
      <p:sp>
        <p:nvSpPr>
          <p:cNvPr id="445" name="Google Shape;445;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6" name="Google Shape;446;p55"/>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47" name="Shape 447"/>
        <p:cNvGrpSpPr/>
        <p:nvPr/>
      </p:nvGrpSpPr>
      <p:grpSpPr>
        <a:xfrm>
          <a:off x="0" y="0"/>
          <a:ext cx="0" cy="0"/>
          <a:chOff x="0" y="0"/>
          <a:chExt cx="0" cy="0"/>
        </a:xfrm>
      </p:grpSpPr>
      <p:sp>
        <p:nvSpPr>
          <p:cNvPr id="448" name="Google Shape;448;p56"/>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9" name="Google Shape;449;p56"/>
          <p:cNvSpPr/>
          <p:nvPr>
            <p:ph idx="2" type="pic"/>
          </p:nvPr>
        </p:nvSpPr>
        <p:spPr>
          <a:xfrm>
            <a:off x="4804825" y="1133300"/>
            <a:ext cx="4027500" cy="2392800"/>
          </a:xfrm>
          <a:prstGeom prst="rect">
            <a:avLst/>
          </a:prstGeom>
          <a:noFill/>
          <a:ln>
            <a:noFill/>
          </a:ln>
        </p:spPr>
      </p:sp>
      <p:sp>
        <p:nvSpPr>
          <p:cNvPr id="450" name="Google Shape;450;p56"/>
          <p:cNvSpPr/>
          <p:nvPr>
            <p:ph idx="3" type="pic"/>
          </p:nvPr>
        </p:nvSpPr>
        <p:spPr>
          <a:xfrm>
            <a:off x="311725" y="1133300"/>
            <a:ext cx="4027500" cy="2392800"/>
          </a:xfrm>
          <a:prstGeom prst="rect">
            <a:avLst/>
          </a:prstGeom>
          <a:noFill/>
          <a:ln>
            <a:noFill/>
          </a:ln>
        </p:spPr>
      </p:sp>
      <p:sp>
        <p:nvSpPr>
          <p:cNvPr id="451" name="Google Shape;451;p5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2" name="Google Shape;452;p5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3" name="Google Shape;453;p56"/>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4" name="Google Shape;454;p56"/>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55" name="Shape 455"/>
        <p:cNvGrpSpPr/>
        <p:nvPr/>
      </p:nvGrpSpPr>
      <p:grpSpPr>
        <a:xfrm>
          <a:off x="0" y="0"/>
          <a:ext cx="0" cy="0"/>
          <a:chOff x="0" y="0"/>
          <a:chExt cx="0" cy="0"/>
        </a:xfrm>
      </p:grpSpPr>
      <p:sp>
        <p:nvSpPr>
          <p:cNvPr id="456" name="Google Shape;456;p57"/>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7" name="Google Shape;457;p57"/>
          <p:cNvSpPr/>
          <p:nvPr>
            <p:ph idx="2" type="pic"/>
          </p:nvPr>
        </p:nvSpPr>
        <p:spPr>
          <a:xfrm>
            <a:off x="6205225" y="1128325"/>
            <a:ext cx="2627100" cy="2273100"/>
          </a:xfrm>
          <a:prstGeom prst="rect">
            <a:avLst/>
          </a:prstGeom>
          <a:noFill/>
          <a:ln>
            <a:noFill/>
          </a:ln>
        </p:spPr>
      </p:sp>
      <p:sp>
        <p:nvSpPr>
          <p:cNvPr id="458" name="Google Shape;458;p57"/>
          <p:cNvSpPr/>
          <p:nvPr>
            <p:ph idx="3" type="pic"/>
          </p:nvPr>
        </p:nvSpPr>
        <p:spPr>
          <a:xfrm>
            <a:off x="311725" y="1128325"/>
            <a:ext cx="2627100" cy="2273100"/>
          </a:xfrm>
          <a:prstGeom prst="rect">
            <a:avLst/>
          </a:prstGeom>
          <a:noFill/>
          <a:ln>
            <a:noFill/>
          </a:ln>
        </p:spPr>
      </p:sp>
      <p:sp>
        <p:nvSpPr>
          <p:cNvPr id="459" name="Google Shape;459;p5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0" name="Google Shape;460;p57"/>
          <p:cNvSpPr/>
          <p:nvPr>
            <p:ph idx="5" type="pic"/>
          </p:nvPr>
        </p:nvSpPr>
        <p:spPr>
          <a:xfrm>
            <a:off x="3255250" y="1128325"/>
            <a:ext cx="2627100" cy="2273100"/>
          </a:xfrm>
          <a:prstGeom prst="rect">
            <a:avLst/>
          </a:prstGeom>
          <a:noFill/>
          <a:ln>
            <a:noFill/>
          </a:ln>
        </p:spPr>
      </p:sp>
      <p:sp>
        <p:nvSpPr>
          <p:cNvPr id="461" name="Google Shape;461;p5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2" name="Google Shape;462;p5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3" name="Google Shape;463;p57"/>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4" name="Google Shape;464;p57"/>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65" name="Google Shape;465;p57"/>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66" name="Shape 466"/>
        <p:cNvGrpSpPr/>
        <p:nvPr/>
      </p:nvGrpSpPr>
      <p:grpSpPr>
        <a:xfrm>
          <a:off x="0" y="0"/>
          <a:ext cx="0" cy="0"/>
          <a:chOff x="0" y="0"/>
          <a:chExt cx="0" cy="0"/>
        </a:xfrm>
      </p:grpSpPr>
      <p:sp>
        <p:nvSpPr>
          <p:cNvPr id="467" name="Google Shape;467;p58"/>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8" name="Shape 468"/>
        <p:cNvGrpSpPr/>
        <p:nvPr/>
      </p:nvGrpSpPr>
      <p:grpSpPr>
        <a:xfrm>
          <a:off x="0" y="0"/>
          <a:ext cx="0" cy="0"/>
          <a:chOff x="0" y="0"/>
          <a:chExt cx="0" cy="0"/>
        </a:xfrm>
      </p:grpSpPr>
      <p:sp>
        <p:nvSpPr>
          <p:cNvPr id="469" name="Google Shape;469;p59"/>
          <p:cNvSpPr/>
          <p:nvPr>
            <p:ph idx="2" type="pic"/>
          </p:nvPr>
        </p:nvSpPr>
        <p:spPr>
          <a:xfrm>
            <a:off x="3389600" y="118913"/>
            <a:ext cx="1643700" cy="1535100"/>
          </a:xfrm>
          <a:prstGeom prst="rect">
            <a:avLst/>
          </a:prstGeom>
          <a:noFill/>
          <a:ln>
            <a:noFill/>
          </a:ln>
        </p:spPr>
      </p:sp>
      <p:sp>
        <p:nvSpPr>
          <p:cNvPr id="470" name="Google Shape;470;p59"/>
          <p:cNvSpPr/>
          <p:nvPr>
            <p:ph idx="3" type="pic"/>
          </p:nvPr>
        </p:nvSpPr>
        <p:spPr>
          <a:xfrm>
            <a:off x="5195935" y="118913"/>
            <a:ext cx="1643700" cy="1535100"/>
          </a:xfrm>
          <a:prstGeom prst="rect">
            <a:avLst/>
          </a:prstGeom>
          <a:noFill/>
          <a:ln>
            <a:noFill/>
          </a:ln>
        </p:spPr>
      </p:sp>
      <p:sp>
        <p:nvSpPr>
          <p:cNvPr id="471" name="Google Shape;471;p59"/>
          <p:cNvSpPr/>
          <p:nvPr>
            <p:ph idx="4" type="pic"/>
          </p:nvPr>
        </p:nvSpPr>
        <p:spPr>
          <a:xfrm>
            <a:off x="7002270" y="118913"/>
            <a:ext cx="1643700" cy="1535100"/>
          </a:xfrm>
          <a:prstGeom prst="rect">
            <a:avLst/>
          </a:prstGeom>
          <a:noFill/>
          <a:ln>
            <a:noFill/>
          </a:ln>
        </p:spPr>
      </p:sp>
      <p:sp>
        <p:nvSpPr>
          <p:cNvPr id="472" name="Google Shape;472;p59"/>
          <p:cNvSpPr/>
          <p:nvPr>
            <p:ph idx="5" type="pic"/>
          </p:nvPr>
        </p:nvSpPr>
        <p:spPr>
          <a:xfrm>
            <a:off x="3389588" y="1804212"/>
            <a:ext cx="1643700" cy="1535100"/>
          </a:xfrm>
          <a:prstGeom prst="rect">
            <a:avLst/>
          </a:prstGeom>
          <a:noFill/>
          <a:ln>
            <a:noFill/>
          </a:ln>
        </p:spPr>
      </p:sp>
      <p:sp>
        <p:nvSpPr>
          <p:cNvPr id="473" name="Google Shape;473;p59"/>
          <p:cNvSpPr/>
          <p:nvPr>
            <p:ph idx="6" type="pic"/>
          </p:nvPr>
        </p:nvSpPr>
        <p:spPr>
          <a:xfrm>
            <a:off x="5195922" y="1804212"/>
            <a:ext cx="1643700" cy="1535100"/>
          </a:xfrm>
          <a:prstGeom prst="rect">
            <a:avLst/>
          </a:prstGeom>
          <a:noFill/>
          <a:ln>
            <a:noFill/>
          </a:ln>
        </p:spPr>
      </p:sp>
      <p:sp>
        <p:nvSpPr>
          <p:cNvPr id="474" name="Google Shape;474;p59"/>
          <p:cNvSpPr/>
          <p:nvPr>
            <p:ph idx="7" type="pic"/>
          </p:nvPr>
        </p:nvSpPr>
        <p:spPr>
          <a:xfrm>
            <a:off x="7002257" y="1804212"/>
            <a:ext cx="1643700" cy="1535100"/>
          </a:xfrm>
          <a:prstGeom prst="rect">
            <a:avLst/>
          </a:prstGeom>
          <a:noFill/>
          <a:ln>
            <a:noFill/>
          </a:ln>
        </p:spPr>
      </p:sp>
      <p:sp>
        <p:nvSpPr>
          <p:cNvPr id="475" name="Google Shape;475;p5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59"/>
          <p:cNvSpPr/>
          <p:nvPr>
            <p:ph idx="8" type="pic"/>
          </p:nvPr>
        </p:nvSpPr>
        <p:spPr>
          <a:xfrm>
            <a:off x="3389588" y="3489487"/>
            <a:ext cx="1643700" cy="1535100"/>
          </a:xfrm>
          <a:prstGeom prst="rect">
            <a:avLst/>
          </a:prstGeom>
          <a:noFill/>
          <a:ln>
            <a:noFill/>
          </a:ln>
        </p:spPr>
      </p:sp>
      <p:sp>
        <p:nvSpPr>
          <p:cNvPr id="477" name="Google Shape;477;p59"/>
          <p:cNvSpPr/>
          <p:nvPr>
            <p:ph idx="9" type="pic"/>
          </p:nvPr>
        </p:nvSpPr>
        <p:spPr>
          <a:xfrm>
            <a:off x="5195922" y="3489487"/>
            <a:ext cx="1643700" cy="1535100"/>
          </a:xfrm>
          <a:prstGeom prst="rect">
            <a:avLst/>
          </a:prstGeom>
          <a:noFill/>
          <a:ln>
            <a:noFill/>
          </a:ln>
        </p:spPr>
      </p:sp>
      <p:sp>
        <p:nvSpPr>
          <p:cNvPr id="478" name="Google Shape;478;p59"/>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slideLayout" Target="../slideLayouts/slideLayout57.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47" Type="http://schemas.openxmlformats.org/officeDocument/2006/relationships/theme" Target="../theme/theme3.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spcBef>
                <a:spcPts val="0"/>
              </a:spcBef>
              <a:spcAft>
                <a:spcPts val="0"/>
              </a:spcAft>
              <a:buNone/>
              <a:defRPr sz="700">
                <a:solidFill>
                  <a:schemeClr val="dk1"/>
                </a:solidFill>
                <a:latin typeface="Figtree"/>
                <a:ea typeface="Figtree"/>
                <a:cs typeface="Figtree"/>
                <a:sym typeface="Figtree"/>
              </a:defRPr>
            </a:lvl1pPr>
            <a:lvl2pPr lvl="1">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2" name="Google Shape;52;p13"/>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r">
              <a:spcBef>
                <a:spcPts val="0"/>
              </a:spcBef>
              <a:spcAft>
                <a:spcPts val="0"/>
              </a:spcAft>
              <a:buNone/>
              <a:defRPr sz="700">
                <a:solidFill>
                  <a:schemeClr val="dk1"/>
                </a:solidFill>
                <a:latin typeface="Figtree"/>
                <a:ea typeface="Figtree"/>
                <a:cs typeface="Figtree"/>
                <a:sym typeface="Figtree"/>
              </a:defRPr>
            </a:lvl1pPr>
            <a:lvl2pPr lvl="1"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3" name="Google Shape;53;p13"/>
          <p:cNvSpPr txBox="1"/>
          <p:nvPr>
            <p:ph idx="1" type="body"/>
          </p:nvPr>
        </p:nvSpPr>
        <p:spPr>
          <a:xfrm>
            <a:off x="228600" y="2881050"/>
            <a:ext cx="4296600" cy="19365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1pPr>
            <a:lvl2pPr indent="-304800" lvl="1" marL="914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2pPr>
            <a:lvl3pPr indent="-304800" lvl="2" marL="1371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3pPr>
            <a:lvl4pPr indent="-304800" lvl="3" marL="1828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4pPr>
            <a:lvl5pPr indent="-304800" lvl="4" marL="22860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5pPr>
            <a:lvl6pPr indent="-304800" lvl="5" marL="27432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6pPr>
            <a:lvl7pPr indent="-304800" lvl="6" marL="32004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7pPr>
            <a:lvl8pPr indent="-304800" lvl="7" marL="36576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8pPr>
            <a:lvl9pPr indent="-304800" lvl="8" marL="4114800">
              <a:spcBef>
                <a:spcPts val="0"/>
              </a:spcBef>
              <a:spcAft>
                <a:spcPts val="0"/>
              </a:spcAft>
              <a:buClr>
                <a:schemeClr val="dk1"/>
              </a:buClr>
              <a:buSzPts val="1200"/>
              <a:buFont typeface="Jost"/>
              <a:buChar char="■"/>
              <a:defRPr sz="1200">
                <a:solidFill>
                  <a:schemeClr val="dk1"/>
                </a:solidFill>
                <a:latin typeface="Jost"/>
                <a:ea typeface="Jost"/>
                <a:cs typeface="Jost"/>
                <a:sym typeface="Jost"/>
              </a:defRPr>
            </a:lvl9pPr>
          </a:lstStyle>
          <a:p/>
        </p:txBody>
      </p:sp>
      <p:sp>
        <p:nvSpPr>
          <p:cNvPr id="54" name="Google Shape;54;p13"/>
          <p:cNvSpPr txBox="1"/>
          <p:nvPr>
            <p:ph idx="3" type="title"/>
          </p:nvPr>
        </p:nvSpPr>
        <p:spPr>
          <a:xfrm>
            <a:off x="371825" y="149825"/>
            <a:ext cx="6212400" cy="237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Figtree"/>
              <a:buNone/>
              <a:defRPr sz="5600">
                <a:solidFill>
                  <a:schemeClr val="dk1"/>
                </a:solidFill>
                <a:latin typeface="Figtree"/>
                <a:ea typeface="Figtree"/>
                <a:cs typeface="Figtree"/>
                <a:sym typeface="Figtre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0"/>
          <p:cNvSpPr txBox="1"/>
          <p:nvPr>
            <p:ph idx="3" type="title"/>
          </p:nvPr>
        </p:nvSpPr>
        <p:spPr>
          <a:xfrm>
            <a:off x="189618" y="1545733"/>
            <a:ext cx="8278500" cy="14442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TUMMI</a:t>
            </a:r>
            <a:endParaRPr/>
          </a:p>
        </p:txBody>
      </p:sp>
      <p:sp>
        <p:nvSpPr>
          <p:cNvPr id="484" name="Google Shape;484;p60"/>
          <p:cNvSpPr txBox="1"/>
          <p:nvPr>
            <p:ph type="title"/>
          </p:nvPr>
        </p:nvSpPr>
        <p:spPr>
          <a:xfrm>
            <a:off x="228225" y="4579187"/>
            <a:ext cx="7310400" cy="4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By Veer Shah, Kshrugal Jain, Owen Isenhart, Joel Kota, Francisco Rojas, Chaiyun Suhr, and Liya Rajeev</a:t>
            </a:r>
            <a:endParaRPr sz="1200"/>
          </a:p>
        </p:txBody>
      </p:sp>
      <p:sp>
        <p:nvSpPr>
          <p:cNvPr id="485" name="Google Shape;485;p60"/>
          <p:cNvSpPr txBox="1"/>
          <p:nvPr>
            <p:ph idx="1" type="subTitle"/>
          </p:nvPr>
        </p:nvSpPr>
        <p:spPr>
          <a:xfrm>
            <a:off x="228225" y="1298200"/>
            <a:ext cx="2712000" cy="184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Group 6</a:t>
            </a:r>
            <a:endParaRPr/>
          </a:p>
        </p:txBody>
      </p:sp>
      <p:sp>
        <p:nvSpPr>
          <p:cNvPr id="486" name="Google Shape;486;p60"/>
          <p:cNvSpPr txBox="1"/>
          <p:nvPr>
            <p:ph idx="2" type="subTitle"/>
          </p:nvPr>
        </p:nvSpPr>
        <p:spPr>
          <a:xfrm>
            <a:off x="228225" y="1079450"/>
            <a:ext cx="2712000" cy="1848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CS3354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1"/>
          <p:cNvSpPr txBox="1"/>
          <p:nvPr>
            <p:ph idx="1" type="subTitle"/>
          </p:nvPr>
        </p:nvSpPr>
        <p:spPr>
          <a:xfrm>
            <a:off x="4438400" y="381550"/>
            <a:ext cx="4409700" cy="4302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2600"/>
          </a:p>
          <a:p>
            <a:pPr indent="-393700" lvl="0" marL="457200" rtl="0" algn="l">
              <a:spcBef>
                <a:spcPts val="0"/>
              </a:spcBef>
              <a:spcAft>
                <a:spcPts val="0"/>
              </a:spcAft>
              <a:buClr>
                <a:schemeClr val="dk1"/>
              </a:buClr>
              <a:buSzPts val="2600"/>
              <a:buAutoNum type="arabicPeriod"/>
            </a:pPr>
            <a:r>
              <a:rPr lang="en" sz="2600"/>
              <a:t>Objective</a:t>
            </a:r>
            <a:endParaRPr sz="2600"/>
          </a:p>
          <a:p>
            <a:pPr indent="-393700" lvl="0" marL="457200" rtl="0" algn="l">
              <a:spcBef>
                <a:spcPts val="0"/>
              </a:spcBef>
              <a:spcAft>
                <a:spcPts val="0"/>
              </a:spcAft>
              <a:buClr>
                <a:schemeClr val="dk1"/>
              </a:buClr>
              <a:buSzPts val="2600"/>
              <a:buAutoNum type="arabicPeriod"/>
            </a:pPr>
            <a:r>
              <a:rPr lang="en" sz="2600"/>
              <a:t>Cost Estimation</a:t>
            </a:r>
            <a:endParaRPr sz="2600"/>
          </a:p>
          <a:p>
            <a:pPr indent="-393700" lvl="0" marL="457200" rtl="0" algn="l">
              <a:spcBef>
                <a:spcPts val="0"/>
              </a:spcBef>
              <a:spcAft>
                <a:spcPts val="0"/>
              </a:spcAft>
              <a:buClr>
                <a:schemeClr val="dk1"/>
              </a:buClr>
              <a:buSzPts val="2600"/>
              <a:buAutoNum type="arabicPeriod"/>
            </a:pPr>
            <a:r>
              <a:rPr lang="en" sz="2600"/>
              <a:t>Project Timeline</a:t>
            </a:r>
            <a:endParaRPr sz="2600"/>
          </a:p>
          <a:p>
            <a:pPr indent="-393700" lvl="0" marL="457200" rtl="0" algn="l">
              <a:spcBef>
                <a:spcPts val="0"/>
              </a:spcBef>
              <a:spcAft>
                <a:spcPts val="0"/>
              </a:spcAft>
              <a:buClr>
                <a:schemeClr val="dk1"/>
              </a:buClr>
              <a:buSzPts val="2600"/>
              <a:buAutoNum type="arabicPeriod"/>
            </a:pPr>
            <a:r>
              <a:rPr lang="en" sz="2600"/>
              <a:t>Project &amp; Staff Estimation</a:t>
            </a:r>
            <a:endParaRPr sz="2600"/>
          </a:p>
          <a:p>
            <a:pPr indent="-393700" lvl="0" marL="457200" rtl="0" algn="l">
              <a:spcBef>
                <a:spcPts val="0"/>
              </a:spcBef>
              <a:spcAft>
                <a:spcPts val="0"/>
              </a:spcAft>
              <a:buClr>
                <a:schemeClr val="dk1"/>
              </a:buClr>
              <a:buSzPts val="2600"/>
              <a:buAutoNum type="arabicPeriod"/>
            </a:pPr>
            <a:r>
              <a:rPr lang="en" sz="2600"/>
              <a:t>Software Process Model</a:t>
            </a:r>
            <a:endParaRPr sz="2600"/>
          </a:p>
          <a:p>
            <a:pPr indent="-393700" lvl="0" marL="457200" rtl="0" algn="l">
              <a:spcBef>
                <a:spcPts val="0"/>
              </a:spcBef>
              <a:spcAft>
                <a:spcPts val="0"/>
              </a:spcAft>
              <a:buClr>
                <a:schemeClr val="dk1"/>
              </a:buClr>
              <a:buSzPts val="2600"/>
              <a:buAutoNum type="arabicPeriod"/>
            </a:pPr>
            <a:r>
              <a:rPr lang="en" sz="2600"/>
              <a:t>Requirements</a:t>
            </a:r>
            <a:endParaRPr sz="2600"/>
          </a:p>
          <a:p>
            <a:pPr indent="-393700" lvl="0" marL="457200" rtl="0" algn="l">
              <a:spcBef>
                <a:spcPts val="0"/>
              </a:spcBef>
              <a:spcAft>
                <a:spcPts val="0"/>
              </a:spcAft>
              <a:buClr>
                <a:schemeClr val="dk1"/>
              </a:buClr>
              <a:buSzPts val="2600"/>
              <a:buAutoNum type="arabicPeriod"/>
            </a:pPr>
            <a:r>
              <a:rPr lang="en" sz="2600"/>
              <a:t>Use Case Diagram</a:t>
            </a:r>
            <a:endParaRPr sz="2600"/>
          </a:p>
          <a:p>
            <a:pPr indent="-393700" lvl="0" marL="457200" rtl="0" algn="l">
              <a:spcBef>
                <a:spcPts val="0"/>
              </a:spcBef>
              <a:spcAft>
                <a:spcPts val="0"/>
              </a:spcAft>
              <a:buClr>
                <a:schemeClr val="dk1"/>
              </a:buClr>
              <a:buSzPts val="2600"/>
              <a:buAutoNum type="arabicPeriod"/>
            </a:pPr>
            <a:r>
              <a:rPr lang="en" sz="2600"/>
              <a:t>Sequence Diagram</a:t>
            </a:r>
            <a:endParaRPr sz="2600"/>
          </a:p>
          <a:p>
            <a:pPr indent="-393700" lvl="0" marL="457200" rtl="0" algn="l">
              <a:spcBef>
                <a:spcPts val="0"/>
              </a:spcBef>
              <a:spcAft>
                <a:spcPts val="0"/>
              </a:spcAft>
              <a:buClr>
                <a:schemeClr val="dk1"/>
              </a:buClr>
              <a:buSzPts val="2600"/>
              <a:buAutoNum type="arabicPeriod"/>
            </a:pPr>
            <a:r>
              <a:rPr lang="en" sz="2600"/>
              <a:t>Class Diagram</a:t>
            </a:r>
            <a:endParaRPr sz="2600"/>
          </a:p>
          <a:p>
            <a:pPr indent="-393700" lvl="0" marL="457200" rtl="0" algn="l">
              <a:spcBef>
                <a:spcPts val="0"/>
              </a:spcBef>
              <a:spcAft>
                <a:spcPts val="0"/>
              </a:spcAft>
              <a:buClr>
                <a:schemeClr val="dk1"/>
              </a:buClr>
              <a:buSzPts val="2600"/>
              <a:buAutoNum type="arabicPeriod"/>
            </a:pPr>
            <a:r>
              <a:rPr lang="en" sz="2600"/>
              <a:t>Architectural Design</a:t>
            </a:r>
            <a:endParaRPr sz="2600"/>
          </a:p>
          <a:p>
            <a:pPr indent="0" lvl="0" marL="0" rtl="0" algn="l">
              <a:spcBef>
                <a:spcPts val="0"/>
              </a:spcBef>
              <a:spcAft>
                <a:spcPts val="0"/>
              </a:spcAft>
              <a:buNone/>
            </a:pPr>
            <a:r>
              <a:t/>
            </a:r>
            <a:endParaRPr sz="2600"/>
          </a:p>
        </p:txBody>
      </p:sp>
      <p:sp>
        <p:nvSpPr>
          <p:cNvPr id="492" name="Google Shape;492;p61"/>
          <p:cNvSpPr txBox="1"/>
          <p:nvPr>
            <p:ph type="title"/>
          </p:nvPr>
        </p:nvSpPr>
        <p:spPr>
          <a:xfrm>
            <a:off x="228600" y="1707775"/>
            <a:ext cx="3217200" cy="148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300"/>
              <a:t>Table of Contents</a:t>
            </a:r>
            <a:endParaRPr sz="5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2"/>
          <p:cNvSpPr txBox="1"/>
          <p:nvPr>
            <p:ph idx="4294967295" type="body"/>
          </p:nvPr>
        </p:nvSpPr>
        <p:spPr>
          <a:xfrm>
            <a:off x="0" y="785925"/>
            <a:ext cx="5233800" cy="4278000"/>
          </a:xfrm>
          <a:prstGeom prst="rect">
            <a:avLst/>
          </a:prstGeom>
        </p:spPr>
        <p:txBody>
          <a:bodyPr anchorCtr="0" anchor="t" bIns="91425" lIns="91425" spcFirstLastPara="1" rIns="91425" wrap="square" tIns="91425">
            <a:noAutofit/>
          </a:bodyPr>
          <a:lstStyle/>
          <a:p>
            <a:pPr indent="-349250" lvl="0" marL="457200" rtl="0" algn="l">
              <a:lnSpc>
                <a:spcPct val="115000"/>
              </a:lnSpc>
              <a:spcBef>
                <a:spcPts val="1200"/>
              </a:spcBef>
              <a:spcAft>
                <a:spcPts val="0"/>
              </a:spcAft>
              <a:buSzPts val="1900"/>
              <a:buChar char="●"/>
            </a:pPr>
            <a:r>
              <a:rPr lang="en" sz="1900"/>
              <a:t>Build a campus-focused food recommendation app that helps students quickly discover restaurants that match their dietary needs, cravings, and cultural preferences.</a:t>
            </a:r>
            <a:endParaRPr sz="1900"/>
          </a:p>
          <a:p>
            <a:pPr indent="-349250" lvl="0" marL="457200" rtl="0" algn="l">
              <a:lnSpc>
                <a:spcPct val="115000"/>
              </a:lnSpc>
              <a:spcBef>
                <a:spcPts val="0"/>
              </a:spcBef>
              <a:spcAft>
                <a:spcPts val="0"/>
              </a:spcAft>
              <a:buSzPts val="1900"/>
              <a:buChar char="●"/>
            </a:pPr>
            <a:r>
              <a:rPr lang="en" sz="1900"/>
              <a:t>Reduce the time and frustration spent searching through generic maps and menus.</a:t>
            </a:r>
            <a:endParaRPr sz="1900"/>
          </a:p>
          <a:p>
            <a:pPr indent="-349250" lvl="0" marL="457200" rtl="0" algn="l">
              <a:lnSpc>
                <a:spcPct val="115000"/>
              </a:lnSpc>
              <a:spcBef>
                <a:spcPts val="0"/>
              </a:spcBef>
              <a:spcAft>
                <a:spcPts val="0"/>
              </a:spcAft>
              <a:buSzPts val="1900"/>
              <a:buChar char="●"/>
            </a:pPr>
            <a:r>
              <a:rPr lang="en" sz="1900"/>
              <a:t>We propose a tailored campus-focused food recommendation app that delivers accurate, preference-based results in seconds.</a:t>
            </a:r>
            <a:endParaRPr sz="1900"/>
          </a:p>
        </p:txBody>
      </p:sp>
      <p:sp>
        <p:nvSpPr>
          <p:cNvPr id="498" name="Google Shape;498;p62"/>
          <p:cNvSpPr txBox="1"/>
          <p:nvPr>
            <p:ph idx="3" type="title"/>
          </p:nvPr>
        </p:nvSpPr>
        <p:spPr>
          <a:xfrm>
            <a:off x="228600" y="457200"/>
            <a:ext cx="6282300" cy="464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Objective</a:t>
            </a:r>
            <a:endParaRPr/>
          </a:p>
        </p:txBody>
      </p:sp>
      <p:pic>
        <p:nvPicPr>
          <p:cNvPr id="499" name="Google Shape;499;p62"/>
          <p:cNvPicPr preferRelativeResize="0"/>
          <p:nvPr/>
        </p:nvPicPr>
        <p:blipFill>
          <a:blip r:embed="rId3">
            <a:alphaModFix/>
          </a:blip>
          <a:stretch>
            <a:fillRect/>
          </a:stretch>
        </p:blipFill>
        <p:spPr>
          <a:xfrm>
            <a:off x="6663300" y="152400"/>
            <a:ext cx="2225614" cy="48387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Software Process Model</a:t>
            </a:r>
            <a:endParaRPr/>
          </a:p>
        </p:txBody>
      </p:sp>
      <p:sp>
        <p:nvSpPr>
          <p:cNvPr id="505" name="Google Shape;505;p63"/>
          <p:cNvSpPr txBox="1"/>
          <p:nvPr>
            <p:ph idx="1" type="body"/>
          </p:nvPr>
        </p:nvSpPr>
        <p:spPr>
          <a:xfrm>
            <a:off x="311700" y="1576850"/>
            <a:ext cx="8520600" cy="299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a:t>Selected Model</a:t>
            </a:r>
            <a:r>
              <a:rPr b="1" lang="en"/>
              <a:t>: Incremental Process Model</a:t>
            </a:r>
            <a:endParaRPr b="1"/>
          </a:p>
          <a:p>
            <a:pPr indent="-304800" lvl="0" marL="457200" rtl="0" algn="l">
              <a:spcBef>
                <a:spcPts val="0"/>
              </a:spcBef>
              <a:spcAft>
                <a:spcPts val="0"/>
              </a:spcAft>
              <a:buSzPts val="1200"/>
              <a:buChar char="●"/>
            </a:pPr>
            <a:r>
              <a:rPr lang="en"/>
              <a:t>Incremental Process Model</a:t>
            </a:r>
            <a:endParaRPr/>
          </a:p>
          <a:p>
            <a:pPr indent="-304800" lvl="1" marL="914400" rtl="0" algn="l">
              <a:spcBef>
                <a:spcPts val="0"/>
              </a:spcBef>
              <a:spcAft>
                <a:spcPts val="0"/>
              </a:spcAft>
              <a:buSzPts val="1200"/>
              <a:buChar char="○"/>
            </a:pPr>
            <a:r>
              <a:rPr lang="en"/>
              <a:t>Combines linear and parallel processing flows to produce increments of different stages of the software.</a:t>
            </a:r>
            <a:endParaRPr/>
          </a:p>
          <a:p>
            <a:pPr indent="-304800" lvl="1" marL="914400" rtl="0" algn="l">
              <a:spcBef>
                <a:spcPts val="0"/>
              </a:spcBef>
              <a:spcAft>
                <a:spcPts val="0"/>
              </a:spcAft>
              <a:buSzPts val="1200"/>
              <a:buChar char="○"/>
            </a:pPr>
            <a:r>
              <a:rPr lang="en"/>
              <a:t>Allows for </a:t>
            </a:r>
            <a:r>
              <a:rPr lang="en"/>
              <a:t>immediate</a:t>
            </a:r>
            <a:r>
              <a:rPr lang="en"/>
              <a:t> user feedback after each release.</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Why We Chose It:</a:t>
            </a:r>
            <a:endParaRPr b="1"/>
          </a:p>
          <a:p>
            <a:pPr indent="-304800" lvl="0" marL="457200" rtl="0" algn="l">
              <a:spcBef>
                <a:spcPts val="0"/>
              </a:spcBef>
              <a:spcAft>
                <a:spcPts val="0"/>
              </a:spcAft>
              <a:buSzPts val="1200"/>
              <a:buChar char="●"/>
            </a:pPr>
            <a:r>
              <a:rPr lang="en"/>
              <a:t>We can focus on the core functionality features (dietary filters) first before adding complex social features.</a:t>
            </a:r>
            <a:endParaRPr/>
          </a:p>
          <a:p>
            <a:pPr indent="-304800" lvl="0" marL="457200" rtl="0" algn="l">
              <a:spcBef>
                <a:spcPts val="0"/>
              </a:spcBef>
              <a:spcAft>
                <a:spcPts val="0"/>
              </a:spcAft>
              <a:buSzPts val="1200"/>
              <a:buChar char="●"/>
            </a:pPr>
            <a:r>
              <a:rPr lang="en"/>
              <a:t>Lower cost when accommodating </a:t>
            </a:r>
            <a:r>
              <a:rPr lang="en"/>
              <a:t>changes</a:t>
            </a:r>
            <a:r>
              <a:rPr lang="en"/>
              <a:t> compared to the Waterfall mode.</a:t>
            </a:r>
            <a:endParaRPr/>
          </a:p>
          <a:p>
            <a:pPr indent="-304800" lvl="0" marL="457200" rtl="0" algn="l">
              <a:spcBef>
                <a:spcPts val="0"/>
              </a:spcBef>
              <a:spcAft>
                <a:spcPts val="0"/>
              </a:spcAft>
              <a:buSzPts val="1200"/>
              <a:buChar char="●"/>
            </a:pPr>
            <a:r>
              <a:rPr lang="en"/>
              <a:t>Allows us to build versions with real data from user </a:t>
            </a:r>
            <a:r>
              <a:rPr lang="en"/>
              <a:t>feedback</a:t>
            </a:r>
            <a:r>
              <a:rPr lang="en"/>
              <a:t> instead of making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Implementation Plan:</a:t>
            </a:r>
            <a:endParaRPr b="1"/>
          </a:p>
          <a:p>
            <a:pPr indent="-304800" lvl="0" marL="457200" rtl="0" algn="l">
              <a:spcBef>
                <a:spcPts val="0"/>
              </a:spcBef>
              <a:spcAft>
                <a:spcPts val="0"/>
              </a:spcAft>
              <a:buSzPts val="1200"/>
              <a:buChar char="●"/>
            </a:pPr>
            <a:r>
              <a:rPr lang="en"/>
              <a:t>Increment 1: User Accounts, Restaurant List, Basic Dietary Filters.</a:t>
            </a:r>
            <a:endParaRPr/>
          </a:p>
          <a:p>
            <a:pPr indent="-304800" lvl="0" marL="457200" rtl="0" algn="l">
              <a:spcBef>
                <a:spcPts val="0"/>
              </a:spcBef>
              <a:spcAft>
                <a:spcPts val="0"/>
              </a:spcAft>
              <a:buSzPts val="1200"/>
              <a:buChar char="●"/>
            </a:pPr>
            <a:r>
              <a:rPr lang="en"/>
              <a:t>Increment 2: Onboarding Questionnaire, Recommendation Engine.</a:t>
            </a:r>
            <a:endParaRPr/>
          </a:p>
          <a:p>
            <a:pPr indent="-304800" lvl="0" marL="457200" rtl="0" algn="l">
              <a:spcBef>
                <a:spcPts val="0"/>
              </a:spcBef>
              <a:spcAft>
                <a:spcPts val="0"/>
              </a:spcAft>
              <a:buSzPts val="1200"/>
              <a:buChar char="●"/>
            </a:pPr>
            <a:r>
              <a:rPr lang="en"/>
              <a:t>Increment 3: Trending Spots, Favorites, Social Features</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4"/>
          <p:cNvSpPr txBox="1"/>
          <p:nvPr>
            <p:ph type="title"/>
          </p:nvPr>
        </p:nvSpPr>
        <p:spPr>
          <a:xfrm>
            <a:off x="264750" y="3148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sz="3600"/>
              <a:t>Project Duration and Staffing Estimation</a:t>
            </a:r>
            <a:endParaRPr/>
          </a:p>
        </p:txBody>
      </p:sp>
      <p:pic>
        <p:nvPicPr>
          <p:cNvPr id="511" name="Google Shape;511;p64"/>
          <p:cNvPicPr preferRelativeResize="0"/>
          <p:nvPr/>
        </p:nvPicPr>
        <p:blipFill>
          <a:blip r:embed="rId3">
            <a:alphaModFix/>
          </a:blip>
          <a:stretch>
            <a:fillRect/>
          </a:stretch>
        </p:blipFill>
        <p:spPr>
          <a:xfrm>
            <a:off x="2563200" y="1108800"/>
            <a:ext cx="6352200" cy="3744000"/>
          </a:xfrm>
          <a:prstGeom prst="rect">
            <a:avLst/>
          </a:prstGeom>
          <a:noFill/>
          <a:ln>
            <a:noFill/>
          </a:ln>
        </p:spPr>
      </p:pic>
      <p:sp>
        <p:nvSpPr>
          <p:cNvPr id="512" name="Google Shape;512;p64"/>
          <p:cNvSpPr txBox="1"/>
          <p:nvPr>
            <p:ph idx="1" type="body"/>
          </p:nvPr>
        </p:nvSpPr>
        <p:spPr>
          <a:xfrm>
            <a:off x="228600" y="996750"/>
            <a:ext cx="2383200" cy="16095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1200"/>
              </a:spcBef>
              <a:spcAft>
                <a:spcPts val="0"/>
              </a:spcAft>
              <a:buSzPts val="1700"/>
              <a:buChar char="●"/>
            </a:pPr>
            <a:r>
              <a:rPr lang="en" sz="1700"/>
              <a:t>Estimated Project Duration:</a:t>
            </a:r>
            <a:endParaRPr sz="1700"/>
          </a:p>
          <a:p>
            <a:pPr indent="0" lvl="0" marL="0" rtl="0" algn="l">
              <a:lnSpc>
                <a:spcPct val="115000"/>
              </a:lnSpc>
              <a:spcBef>
                <a:spcPts val="1200"/>
              </a:spcBef>
              <a:spcAft>
                <a:spcPts val="0"/>
              </a:spcAft>
              <a:buNone/>
            </a:pPr>
            <a:r>
              <a:rPr lang="en" sz="1700"/>
              <a:t>       ~ 13 weeks</a:t>
            </a:r>
            <a:endParaRPr sz="1700"/>
          </a:p>
          <a:p>
            <a:pPr indent="0" lvl="0" marL="914400" rtl="0" algn="l">
              <a:lnSpc>
                <a:spcPct val="115000"/>
              </a:lnSpc>
              <a:spcBef>
                <a:spcPts val="1200"/>
              </a:spcBef>
              <a:spcAft>
                <a:spcPts val="1200"/>
              </a:spcAft>
              <a:buNone/>
            </a:pPr>
            <a:r>
              <a:t/>
            </a:r>
            <a:endParaRPr sz="17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65"/>
          <p:cNvSpPr txBox="1"/>
          <p:nvPr>
            <p:ph type="title"/>
          </p:nvPr>
        </p:nvSpPr>
        <p:spPr>
          <a:xfrm>
            <a:off x="264750" y="3004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Project Duration and Staffing E</a:t>
            </a:r>
            <a:r>
              <a:rPr lang="en" sz="3600"/>
              <a:t>stimation</a:t>
            </a:r>
            <a:endParaRPr sz="3600"/>
          </a:p>
        </p:txBody>
      </p:sp>
      <p:pic>
        <p:nvPicPr>
          <p:cNvPr id="518" name="Google Shape;518;p65"/>
          <p:cNvPicPr preferRelativeResize="0"/>
          <p:nvPr/>
        </p:nvPicPr>
        <p:blipFill>
          <a:blip r:embed="rId3">
            <a:alphaModFix/>
          </a:blip>
          <a:stretch>
            <a:fillRect/>
          </a:stretch>
        </p:blipFill>
        <p:spPr>
          <a:xfrm>
            <a:off x="907200" y="1224000"/>
            <a:ext cx="7329600" cy="3688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Cost Estimation</a:t>
            </a:r>
            <a:endParaRPr/>
          </a:p>
        </p:txBody>
      </p:sp>
      <p:sp>
        <p:nvSpPr>
          <p:cNvPr id="524" name="Google Shape;524;p66"/>
          <p:cNvSpPr txBox="1"/>
          <p:nvPr>
            <p:ph idx="1" type="body"/>
          </p:nvPr>
        </p:nvSpPr>
        <p:spPr>
          <a:xfrm>
            <a:off x="311700" y="1394821"/>
            <a:ext cx="4380300" cy="299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We will be using the Application composition model to estimate the costs since that model is well versed for prototypes or early stage projects. We will be counting the number of object points (number of screens) to find the complexity.</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Clr>
                <a:schemeClr val="lt1"/>
              </a:buClr>
              <a:buSzPts val="1100"/>
              <a:buFont typeface="Arial"/>
              <a:buNone/>
            </a:pPr>
            <a:r>
              <a:rPr lang="en"/>
              <a:t>We were able to identify 12 object points which consisted of 5 screens (Login, welcome page, home screen, search, detail page), 2 reports (history page and favorites). Using the lecture slides, the complexity weights this would total to about 12 object points.</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Clr>
                <a:schemeClr val="lt1"/>
              </a:buClr>
              <a:buSzPts val="1100"/>
              <a:buFont typeface="Arial"/>
              <a:buNone/>
            </a:pPr>
            <a:r>
              <a:rPr lang="en"/>
              <a:t>To estimate development effort realistically, we assume a professional software team operating in a standard 40 hour work week. Based on typical productivity, we use an industry average of 5 object points per developer per month.</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Clr>
                <a:schemeClr val="lt1"/>
              </a:buClr>
              <a:buSzPts val="1100"/>
              <a:buFont typeface="Arial"/>
              <a:buNone/>
            </a:pPr>
            <a:r>
              <a:rPr lang="en"/>
              <a:t>This gives us a total effort of 2.5 months to finish the project since we have 12 object points and we will finish at a rate of 5 object points a month. </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t/>
            </a:r>
            <a:endParaRPr/>
          </a:p>
        </p:txBody>
      </p:sp>
      <p:pic>
        <p:nvPicPr>
          <p:cNvPr id="525" name="Google Shape;525;p66"/>
          <p:cNvPicPr preferRelativeResize="0"/>
          <p:nvPr/>
        </p:nvPicPr>
        <p:blipFill>
          <a:blip r:embed="rId3">
            <a:alphaModFix/>
          </a:blip>
          <a:stretch>
            <a:fillRect/>
          </a:stretch>
        </p:blipFill>
        <p:spPr>
          <a:xfrm>
            <a:off x="4618950" y="1895401"/>
            <a:ext cx="4457651" cy="1631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Timeline</a:t>
            </a:r>
            <a:endParaRPr/>
          </a:p>
        </p:txBody>
      </p:sp>
      <p:sp>
        <p:nvSpPr>
          <p:cNvPr id="531" name="Google Shape;531;p67"/>
          <p:cNvSpPr txBox="1"/>
          <p:nvPr>
            <p:ph idx="1" type="body"/>
          </p:nvPr>
        </p:nvSpPr>
        <p:spPr>
          <a:xfrm>
            <a:off x="311700" y="1576850"/>
            <a:ext cx="8520600" cy="299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a:t>Estimated timeline:</a:t>
            </a:r>
            <a:endParaRPr b="1"/>
          </a:p>
          <a:p>
            <a:pPr indent="0" lvl="0" marL="0" rtl="0" algn="l">
              <a:spcBef>
                <a:spcPts val="0"/>
              </a:spcBef>
              <a:spcAft>
                <a:spcPts val="0"/>
              </a:spcAft>
              <a:buClr>
                <a:schemeClr val="lt1"/>
              </a:buClr>
              <a:buSzPts val="1100"/>
              <a:buFont typeface="Arial"/>
              <a:buNone/>
            </a:pPr>
            <a:r>
              <a:rPr lang="en"/>
              <a:t>Start date: August 21, 2025</a:t>
            </a:r>
            <a:endParaRPr/>
          </a:p>
          <a:p>
            <a:pPr indent="0" lvl="0" marL="0" rtl="0" algn="l">
              <a:spcBef>
                <a:spcPts val="0"/>
              </a:spcBef>
              <a:spcAft>
                <a:spcPts val="0"/>
              </a:spcAft>
              <a:buClr>
                <a:schemeClr val="lt1"/>
              </a:buClr>
              <a:buSzPts val="1100"/>
              <a:buFont typeface="Arial"/>
              <a:buNone/>
            </a:pPr>
            <a:r>
              <a:rPr lang="en"/>
              <a:t>End date: November 23, 2025</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rPr b="1" lang="en"/>
              <a:t>Reason: </a:t>
            </a:r>
            <a:r>
              <a:rPr lang="en"/>
              <a:t>The timeline should be within the academic semester of Fall 2025. We will be following an incremental model since we will have 3 parts.</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rPr b="1" lang="en"/>
              <a:t>Part 1: </a:t>
            </a:r>
            <a:r>
              <a:rPr lang="en"/>
              <a:t>August - September (Forming the team, introductions, brainstorming and writing our proposal)</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rPr b="1" lang="en"/>
              <a:t>Part 2: </a:t>
            </a:r>
            <a:r>
              <a:rPr lang="en"/>
              <a:t>September - October (Our first deliverable, consisting of the requirements of our application and the various diagrams)</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Clr>
                <a:schemeClr val="lt1"/>
              </a:buClr>
              <a:buSzPts val="1100"/>
              <a:buFont typeface="Arial"/>
              <a:buNone/>
            </a:pPr>
            <a:r>
              <a:rPr b="1" lang="en"/>
              <a:t>Part 3:</a:t>
            </a:r>
            <a:r>
              <a:rPr lang="en"/>
              <a:t> October - November (The second and final deliverable which consists of our implementation, testing, and finalization of testing for our application)</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Functional Requirements</a:t>
            </a:r>
            <a:endParaRPr/>
          </a:p>
        </p:txBody>
      </p:sp>
      <p:sp>
        <p:nvSpPr>
          <p:cNvPr id="537" name="Google Shape;537;p68"/>
          <p:cNvSpPr txBox="1"/>
          <p:nvPr>
            <p:ph idx="1" type="body"/>
          </p:nvPr>
        </p:nvSpPr>
        <p:spPr>
          <a:xfrm>
            <a:off x="311700" y="1391425"/>
            <a:ext cx="8520600" cy="299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a:t>User account and preferences: </a:t>
            </a:r>
            <a:endParaRPr b="1"/>
          </a:p>
          <a:p>
            <a:pPr indent="0" lvl="0" marL="0" rtl="0" algn="l">
              <a:spcBef>
                <a:spcPts val="0"/>
              </a:spcBef>
              <a:spcAft>
                <a:spcPts val="0"/>
              </a:spcAft>
              <a:buNone/>
            </a:pPr>
            <a:r>
              <a:rPr lang="en"/>
              <a:t>The user can create/log in to an account using their email or through gmail</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Clr>
                <a:schemeClr val="lt1"/>
              </a:buClr>
              <a:buSzPts val="1100"/>
              <a:buFont typeface="Arial"/>
              <a:buNone/>
            </a:pPr>
            <a:r>
              <a:rPr b="1" lang="en"/>
              <a:t>Onboarding questionnaire:</a:t>
            </a:r>
            <a:endParaRPr b="1"/>
          </a:p>
          <a:p>
            <a:pPr indent="0" lvl="0" marL="0" rtl="0" algn="l">
              <a:spcBef>
                <a:spcPts val="0"/>
              </a:spcBef>
              <a:spcAft>
                <a:spcPts val="0"/>
              </a:spcAft>
              <a:buClr>
                <a:schemeClr val="lt1"/>
              </a:buClr>
              <a:buSzPts val="1100"/>
              <a:buFont typeface="Arial"/>
              <a:buNone/>
            </a:pPr>
            <a:r>
              <a:rPr lang="en"/>
              <a:t>The app initially asks questions about preferred cuisines, restaurants as well as dietary restrictions to learn the user’s preferences. </a:t>
            </a:r>
            <a:endParaRPr/>
          </a:p>
          <a:p>
            <a:pPr indent="0" lvl="0" marL="0" rtl="0" algn="l">
              <a:spcBef>
                <a:spcPts val="0"/>
              </a:spcBef>
              <a:spcAft>
                <a:spcPts val="0"/>
              </a:spcAft>
              <a:buNone/>
            </a:pPr>
            <a:r>
              <a:rPr lang="en"/>
              <a:t>The information given by the user is then used to give a personalized recommendation. </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Clr>
                <a:schemeClr val="lt1"/>
              </a:buClr>
              <a:buSzPts val="1100"/>
              <a:buFont typeface="Arial"/>
              <a:buNone/>
            </a:pPr>
            <a:r>
              <a:rPr b="1" lang="en"/>
              <a:t>Restaurant Recommendations:</a:t>
            </a:r>
            <a:endParaRPr b="1"/>
          </a:p>
          <a:p>
            <a:pPr indent="0" lvl="0" marL="0" rtl="0" algn="l">
              <a:spcBef>
                <a:spcPts val="0"/>
              </a:spcBef>
              <a:spcAft>
                <a:spcPts val="0"/>
              </a:spcAft>
              <a:buClr>
                <a:schemeClr val="lt1"/>
              </a:buClr>
              <a:buSzPts val="1100"/>
              <a:buFont typeface="Arial"/>
              <a:buNone/>
            </a:pPr>
            <a:r>
              <a:rPr lang="en"/>
              <a:t>The app uses the user’s current location as well as the recommendation to give a list of nearby restaurants that match.</a:t>
            </a:r>
            <a:endParaRPr/>
          </a:p>
          <a:p>
            <a:pPr indent="0" lvl="0" marL="0" rtl="0" algn="l">
              <a:spcBef>
                <a:spcPts val="0"/>
              </a:spcBef>
              <a:spcAft>
                <a:spcPts val="0"/>
              </a:spcAft>
              <a:buNone/>
            </a:pPr>
            <a:r>
              <a:rPr lang="en"/>
              <a:t>The recommendation is displayed by the name, cuisine type, distance as well as the rating of the restaurant.</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Clr>
                <a:schemeClr val="lt1"/>
              </a:buClr>
              <a:buSzPts val="1100"/>
              <a:buFont typeface="Arial"/>
              <a:buNone/>
            </a:pPr>
            <a:r>
              <a:rPr b="1" lang="en"/>
              <a:t>Search and filter: </a:t>
            </a:r>
            <a:endParaRPr b="1"/>
          </a:p>
          <a:p>
            <a:pPr indent="0" lvl="0" marL="0" rtl="0" algn="l">
              <a:spcBef>
                <a:spcPts val="0"/>
              </a:spcBef>
              <a:spcAft>
                <a:spcPts val="0"/>
              </a:spcAft>
              <a:buClr>
                <a:schemeClr val="lt1"/>
              </a:buClr>
              <a:buSzPts val="1100"/>
              <a:buFont typeface="Arial"/>
              <a:buNone/>
            </a:pPr>
            <a:r>
              <a:rPr lang="en"/>
              <a:t>There is a search tab/bar that can be used to display the restaurants by the name or cuisine</a:t>
            </a:r>
            <a:endParaRPr/>
          </a:p>
          <a:p>
            <a:pPr indent="0" lvl="0" marL="0" rtl="0" algn="l">
              <a:spcBef>
                <a:spcPts val="0"/>
              </a:spcBef>
              <a:spcAft>
                <a:spcPts val="0"/>
              </a:spcAft>
              <a:buNone/>
            </a:pPr>
            <a:r>
              <a:rPr lang="en"/>
              <a:t>Filter option can be used to filter by either rating, cuisines or distance.</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Clr>
                <a:schemeClr val="lt1"/>
              </a:buClr>
              <a:buSzPts val="1100"/>
              <a:buFont typeface="Arial"/>
              <a:buNone/>
            </a:pPr>
            <a:r>
              <a:rPr b="1" lang="en"/>
              <a:t>Favorites and History:</a:t>
            </a:r>
            <a:endParaRPr b="1"/>
          </a:p>
          <a:p>
            <a:pPr indent="0" lvl="0" marL="0" rtl="0" algn="l">
              <a:spcBef>
                <a:spcPts val="0"/>
              </a:spcBef>
              <a:spcAft>
                <a:spcPts val="0"/>
              </a:spcAft>
              <a:buClr>
                <a:schemeClr val="lt1"/>
              </a:buClr>
              <a:buSzPts val="1100"/>
              <a:buFont typeface="Arial"/>
              <a:buNone/>
            </a:pPr>
            <a:r>
              <a:rPr lang="en"/>
              <a:t>There is a favorites tab and button the user can click on when viewing restaurants to add it to their favorites list.</a:t>
            </a:r>
            <a:endParaRPr/>
          </a:p>
          <a:p>
            <a:pPr indent="0" lvl="0" marL="0" rtl="0" algn="l">
              <a:spcBef>
                <a:spcPts val="0"/>
              </a:spcBef>
              <a:spcAft>
                <a:spcPts val="0"/>
              </a:spcAft>
              <a:buClr>
                <a:schemeClr val="lt1"/>
              </a:buClr>
              <a:buSzPts val="1100"/>
              <a:buFont typeface="Arial"/>
              <a:buNone/>
            </a:pPr>
            <a:r>
              <a:rPr lang="en"/>
              <a:t>The app keeps track of the recently viewed locations and searches for the user to come back to.</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800"/>
              <a:t>Non-Functional Requirements</a:t>
            </a:r>
            <a:endParaRPr sz="4800"/>
          </a:p>
        </p:txBody>
      </p:sp>
      <p:sp>
        <p:nvSpPr>
          <p:cNvPr id="543" name="Google Shape;543;p69"/>
          <p:cNvSpPr txBox="1"/>
          <p:nvPr>
            <p:ph idx="1" type="body"/>
          </p:nvPr>
        </p:nvSpPr>
        <p:spPr>
          <a:xfrm>
            <a:off x="311700" y="1576850"/>
            <a:ext cx="8520600" cy="299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Performance</a:t>
            </a:r>
            <a:r>
              <a:rPr lang="en"/>
              <a:t>: The app should be made to respond fairly quickly (for searches and recommendations) while not taking up a lot of resources.</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rPr b="1" lang="en"/>
              <a:t>Security</a:t>
            </a:r>
            <a:r>
              <a:rPr lang="en"/>
              <a:t>: The </a:t>
            </a:r>
            <a:r>
              <a:rPr lang="en"/>
              <a:t>login</a:t>
            </a:r>
            <a:r>
              <a:rPr lang="en"/>
              <a:t> info of the user should only be saved if the user ticks on the box that specifies so. None of the data of the user should be exposed.</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rPr b="1" lang="en"/>
              <a:t>Scalability</a:t>
            </a:r>
            <a:r>
              <a:rPr lang="en"/>
              <a:t>: The app (mainly the backend) should be able to handle a lot of incoming requests by multiple accounts from the same campus.</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Clr>
                <a:schemeClr val="lt1"/>
              </a:buClr>
              <a:buSzPts val="1100"/>
              <a:buFont typeface="Arial"/>
              <a:buNone/>
            </a:pPr>
            <a:r>
              <a:rPr b="1" lang="en"/>
              <a:t>Availability</a:t>
            </a:r>
            <a:r>
              <a:rPr lang="en"/>
              <a:t>: The app should be up and available all times if it is being hosted on a cloud service. </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Case Diagram</a:t>
            </a:r>
            <a:endParaRPr/>
          </a:p>
        </p:txBody>
      </p:sp>
      <p:sp>
        <p:nvSpPr>
          <p:cNvPr id="549" name="Google Shape;549;p70"/>
          <p:cNvSpPr txBox="1"/>
          <p:nvPr>
            <p:ph idx="1" type="body"/>
          </p:nvPr>
        </p:nvSpPr>
        <p:spPr>
          <a:xfrm>
            <a:off x="311700" y="1576850"/>
            <a:ext cx="3711300" cy="299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diagram shows the user flow.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user should start with the </a:t>
            </a:r>
            <a:r>
              <a:rPr lang="en"/>
              <a:t>sign up then set their preferences by answering a few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will then see their personalized recommendation based on the questions answered. </a:t>
            </a:r>
            <a:endParaRPr/>
          </a:p>
        </p:txBody>
      </p:sp>
      <p:pic>
        <p:nvPicPr>
          <p:cNvPr id="550" name="Google Shape;550;p70"/>
          <p:cNvPicPr preferRelativeResize="0"/>
          <p:nvPr/>
        </p:nvPicPr>
        <p:blipFill>
          <a:blip r:embed="rId3">
            <a:alphaModFix/>
          </a:blip>
          <a:stretch>
            <a:fillRect/>
          </a:stretch>
        </p:blipFill>
        <p:spPr>
          <a:xfrm>
            <a:off x="4125275" y="1402775"/>
            <a:ext cx="4824649" cy="3548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Case Stories</a:t>
            </a:r>
            <a:endParaRPr/>
          </a:p>
        </p:txBody>
      </p:sp>
      <p:sp>
        <p:nvSpPr>
          <p:cNvPr id="556" name="Google Shape;556;p71"/>
          <p:cNvSpPr txBox="1"/>
          <p:nvPr>
            <p:ph idx="1" type="body"/>
          </p:nvPr>
        </p:nvSpPr>
        <p:spPr>
          <a:xfrm>
            <a:off x="311700" y="1576850"/>
            <a:ext cx="3711300" cy="29919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SzPts val="1200"/>
              <a:buChar char="●"/>
            </a:pPr>
            <a:r>
              <a:rPr lang="en"/>
              <a:t>Sign up / log in to save preferences</a:t>
            </a:r>
            <a:endParaRPr/>
          </a:p>
          <a:p>
            <a:pPr indent="-304800" lvl="0" marL="457200" rtl="0" algn="l">
              <a:lnSpc>
                <a:spcPct val="150000"/>
              </a:lnSpc>
              <a:spcBef>
                <a:spcPts val="0"/>
              </a:spcBef>
              <a:spcAft>
                <a:spcPts val="0"/>
              </a:spcAft>
              <a:buSzPts val="1200"/>
              <a:buChar char="●"/>
            </a:pPr>
            <a:r>
              <a:rPr lang="en"/>
              <a:t>Take dietary quiz for personalized results</a:t>
            </a:r>
            <a:endParaRPr/>
          </a:p>
          <a:p>
            <a:pPr indent="-304800" lvl="0" marL="457200" rtl="0" algn="l">
              <a:lnSpc>
                <a:spcPct val="150000"/>
              </a:lnSpc>
              <a:spcBef>
                <a:spcPts val="0"/>
              </a:spcBef>
              <a:spcAft>
                <a:spcPts val="0"/>
              </a:spcAft>
              <a:buSzPts val="1200"/>
              <a:buChar char="●"/>
            </a:pPr>
            <a:r>
              <a:rPr lang="en"/>
              <a:t>Update cravings or dietary needs anytime</a:t>
            </a:r>
            <a:endParaRPr/>
          </a:p>
          <a:p>
            <a:pPr indent="-304800" lvl="0" marL="457200" rtl="0" algn="l">
              <a:lnSpc>
                <a:spcPct val="150000"/>
              </a:lnSpc>
              <a:spcBef>
                <a:spcPts val="0"/>
              </a:spcBef>
              <a:spcAft>
                <a:spcPts val="0"/>
              </a:spcAft>
              <a:buSzPts val="1200"/>
              <a:buChar char="●"/>
            </a:pPr>
            <a:r>
              <a:rPr lang="en"/>
              <a:t>Search and apply filters (price, craving, distance, rating)</a:t>
            </a:r>
            <a:endParaRPr/>
          </a:p>
          <a:p>
            <a:pPr indent="-304800" lvl="0" marL="457200" rtl="0" algn="l">
              <a:lnSpc>
                <a:spcPct val="150000"/>
              </a:lnSpc>
              <a:spcBef>
                <a:spcPts val="0"/>
              </a:spcBef>
              <a:spcAft>
                <a:spcPts val="0"/>
              </a:spcAft>
              <a:buSzPts val="1200"/>
              <a:buChar char="●"/>
            </a:pPr>
            <a:r>
              <a:rPr lang="en"/>
              <a:t>Get smart restaurant recommendations</a:t>
            </a:r>
            <a:endParaRPr/>
          </a:p>
          <a:p>
            <a:pPr indent="-304800" lvl="0" marL="457200" rtl="0" algn="l">
              <a:lnSpc>
                <a:spcPct val="150000"/>
              </a:lnSpc>
              <a:spcBef>
                <a:spcPts val="0"/>
              </a:spcBef>
              <a:spcAft>
                <a:spcPts val="0"/>
              </a:spcAft>
              <a:buSzPts val="1200"/>
              <a:buChar char="●"/>
            </a:pPr>
            <a:r>
              <a:rPr lang="en"/>
              <a:t>View restaurant details and open in Maps</a:t>
            </a:r>
            <a:endParaRPr/>
          </a:p>
          <a:p>
            <a:pPr indent="-304800" lvl="0" marL="457200" rtl="0" algn="l">
              <a:lnSpc>
                <a:spcPct val="150000"/>
              </a:lnSpc>
              <a:spcBef>
                <a:spcPts val="0"/>
              </a:spcBef>
              <a:spcAft>
                <a:spcPts val="0"/>
              </a:spcAft>
              <a:buSzPts val="1200"/>
              <a:buChar char="●"/>
            </a:pPr>
            <a:r>
              <a:rPr lang="en"/>
              <a:t>Save favorites and check past visits</a:t>
            </a:r>
            <a:endParaRPr/>
          </a:p>
        </p:txBody>
      </p:sp>
      <p:pic>
        <p:nvPicPr>
          <p:cNvPr id="557" name="Google Shape;557;p71"/>
          <p:cNvPicPr preferRelativeResize="0"/>
          <p:nvPr/>
        </p:nvPicPr>
        <p:blipFill>
          <a:blip r:embed="rId3">
            <a:alphaModFix/>
          </a:blip>
          <a:stretch>
            <a:fillRect/>
          </a:stretch>
        </p:blipFill>
        <p:spPr>
          <a:xfrm>
            <a:off x="4618950" y="1576850"/>
            <a:ext cx="4021701" cy="22666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2"/>
          <p:cNvSpPr txBox="1"/>
          <p:nvPr>
            <p:ph type="title"/>
          </p:nvPr>
        </p:nvSpPr>
        <p:spPr>
          <a:xfrm>
            <a:off x="311700" y="445025"/>
            <a:ext cx="8661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100"/>
              <a:t>Sequence Diagram (Getting </a:t>
            </a:r>
            <a:r>
              <a:rPr lang="en" sz="3100"/>
              <a:t>Recommendations</a:t>
            </a:r>
            <a:r>
              <a:rPr lang="en" sz="3100"/>
              <a:t>)</a:t>
            </a:r>
            <a:endParaRPr sz="3100"/>
          </a:p>
        </p:txBody>
      </p:sp>
      <p:pic>
        <p:nvPicPr>
          <p:cNvPr id="563" name="Google Shape;563;p72"/>
          <p:cNvPicPr preferRelativeResize="0"/>
          <p:nvPr/>
        </p:nvPicPr>
        <p:blipFill>
          <a:blip r:embed="rId3">
            <a:alphaModFix/>
          </a:blip>
          <a:stretch>
            <a:fillRect/>
          </a:stretch>
        </p:blipFill>
        <p:spPr>
          <a:xfrm>
            <a:off x="275675" y="1268688"/>
            <a:ext cx="8592650" cy="3415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3"/>
          <p:cNvSpPr txBox="1"/>
          <p:nvPr>
            <p:ph type="title"/>
          </p:nvPr>
        </p:nvSpPr>
        <p:spPr>
          <a:xfrm>
            <a:off x="311700" y="66300"/>
            <a:ext cx="8520600" cy="78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100"/>
              <a:t>Class Diagram</a:t>
            </a:r>
            <a:endParaRPr sz="3100"/>
          </a:p>
        </p:txBody>
      </p:sp>
      <p:pic>
        <p:nvPicPr>
          <p:cNvPr id="569" name="Google Shape;569;p73"/>
          <p:cNvPicPr preferRelativeResize="0"/>
          <p:nvPr/>
        </p:nvPicPr>
        <p:blipFill>
          <a:blip r:embed="rId3">
            <a:alphaModFix/>
          </a:blip>
          <a:stretch>
            <a:fillRect/>
          </a:stretch>
        </p:blipFill>
        <p:spPr>
          <a:xfrm>
            <a:off x="975750" y="801900"/>
            <a:ext cx="7220550" cy="4168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7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Architectural Design</a:t>
            </a:r>
            <a:endParaRPr/>
          </a:p>
        </p:txBody>
      </p:sp>
      <p:sp>
        <p:nvSpPr>
          <p:cNvPr id="575" name="Google Shape;575;p74"/>
          <p:cNvSpPr txBox="1"/>
          <p:nvPr>
            <p:ph idx="1" type="body"/>
          </p:nvPr>
        </p:nvSpPr>
        <p:spPr>
          <a:xfrm>
            <a:off x="4792325" y="1576850"/>
            <a:ext cx="4039800" cy="299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TUMMI follows the model-view-controller (MVC) architectural pattern.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controller collects inputs, performs validation, and handles traffic.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model manages our application’s business logic, database, and updates the view if data changes.</a:t>
            </a:r>
            <a:endParaRPr/>
          </a:p>
          <a:p>
            <a:pPr indent="0" lvl="0" marL="0" rtl="0" algn="l">
              <a:spcBef>
                <a:spcPts val="0"/>
              </a:spcBef>
              <a:spcAft>
                <a:spcPts val="0"/>
              </a:spcAft>
              <a:buClr>
                <a:schemeClr val="lt1"/>
              </a:buClr>
              <a:buSzPts val="1100"/>
              <a:buFont typeface="Arial"/>
              <a:buNone/>
            </a:pPr>
            <a:r>
              <a:t/>
            </a:r>
            <a:endParaRPr/>
          </a:p>
          <a:p>
            <a:pPr indent="0" lvl="0" marL="0" rtl="0" algn="l">
              <a:spcBef>
                <a:spcPts val="0"/>
              </a:spcBef>
              <a:spcAft>
                <a:spcPts val="0"/>
              </a:spcAft>
              <a:buNone/>
            </a:pPr>
            <a:r>
              <a:rPr lang="en"/>
              <a:t>The view is responsible for visually rendering the application and sending user events to the controller.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76" name="Google Shape;576;p74" title="Tummi Architecture.png"/>
          <p:cNvPicPr preferRelativeResize="0"/>
          <p:nvPr/>
        </p:nvPicPr>
        <p:blipFill>
          <a:blip r:embed="rId3">
            <a:alphaModFix/>
          </a:blip>
          <a:stretch>
            <a:fillRect/>
          </a:stretch>
        </p:blipFill>
        <p:spPr>
          <a:xfrm>
            <a:off x="395850" y="1676675"/>
            <a:ext cx="4176149" cy="28864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75"/>
          <p:cNvSpPr txBox="1"/>
          <p:nvPr>
            <p:ph idx="3" type="title"/>
          </p:nvPr>
        </p:nvSpPr>
        <p:spPr>
          <a:xfrm>
            <a:off x="1254050" y="1703407"/>
            <a:ext cx="6636000" cy="1279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b="1" lang="en"/>
              <a:t>THANK YOU</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